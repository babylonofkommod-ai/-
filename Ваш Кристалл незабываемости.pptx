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Вводный блок</a:t>
            </a:r>
          </a:p>
          <a:p>
            <a:r>
              <a:t>«Ваш Кристалл незабываемости»</a:t>
            </a:r>
          </a:p>
          <a:p>
            <a:r>
              <a:t>Почему одних женщин забывают, а других — нет?</a:t>
            </a:r>
          </a:p>
          <a:p/>
          <a:p>
            <a:r>
              <a:t>Есть красивые женщины. Есть умные. Есть сексуальные. Есть интересные.</a:t>
            </a:r>
          </a:p>
          <a:p>
            <a:r>
              <a:t>А есть незабываемые.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первое, что я хочу, чтобы вы поняли: незабываемая — это не обязательно самая красивая женщина в комнате.</a:t>
            </a:r>
          </a:p>
          <a:p>
            <a:r>
              <a:t>Не самая молодая. Не самая сексуальная.</a:t>
            </a:r>
          </a:p>
          <a:p>
            <a:r>
              <a:t>И даже не самая интересная в привычном понимании.</a:t>
            </a:r>
          </a:p>
          <a:p>
            <a:r>
              <a:t>Вы наверняка встречали женщин, которые вроде бы ничем невероятным не выделяются, но мужчины почему-то очень сильно на них западают.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наоборот: потрясающая женщина — красивая, умная, успешная — а отношения с мужчинами почему-то постоянно заканчиваются одним и тем же: сначала интерес, потом привыкание, потом охлаждение.</a:t>
            </a:r>
          </a:p>
          <a:p>
            <a:r>
              <a:t>Почему?</a:t>
            </a:r>
          </a:p>
          <a:p>
            <a:r>
              <a:t>Потому что «хорошая женщина» и «незабываемая женщина» — не одно и то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Мужчина запоминает не только вас</a:t>
            </a:r>
          </a:p>
          <a:p>
            <a:r>
              <a:t>Он запоминает себя рядом с вами.</a:t>
            </a:r>
          </a:p>
          <a:p>
            <a:r>
              <a:t>И это одна из главных мыслей всей программы.</a:t>
            </a:r>
          </a:p>
          <a:p>
            <a:r>
              <a:t>Через несколько лет мужчина может забыть, в каком платье вы пришли на свидание.</a:t>
            </a:r>
          </a:p>
          <a:p>
            <a:r>
              <a:t>Он может забыть ресторан. Он может даже забыть какие-то ваши слова.</a:t>
            </a:r>
          </a:p>
          <a:p>
            <a:r>
              <a:t>Но он гораздо дольше способен помнить: как ему было рядом с 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Каким он себя чувствовал. Было ли ему легко? Интересно?</a:t>
            </a:r>
          </a:p>
          <a:p>
            <a:r>
              <a:t>Хотелось ли ему становиться сильнее? Чувствовал ли он себя мужчиной?</a:t>
            </a:r>
          </a:p>
          <a:p>
            <a:r>
              <a:t>Смеялся ли? Удивлялся? Восхищался?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поэтому наша задача — не научиться «правильно вести себя с мужчиной».</a:t>
            </a:r>
          </a:p>
          <a:p>
            <a:r>
              <a:t>Наша задача гораздо интереснее. Научиться оставлять следы.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возникает незабываемость</a:t>
            </a:r>
          </a:p>
          <a:p>
            <a:r>
              <a:t>Сразу же покажу вам нашу главную формулу незабываемости.</a:t>
            </a:r>
          </a:p>
          <a:p>
            <a:r>
              <a:t>ГРАНЬ → СОПРИКОСНОВЕНИЕ → СЛЕД → ПАМЯТЬ → НЕЗАБЫВАЕМОСТЬ</a:t>
            </a:r>
          </a:p>
          <a:p>
            <a:r>
              <a:t>У каждой женщины есть разные грани.</a:t>
            </a:r>
          </a:p>
          <a:p>
            <a:r>
              <a:t>И когда какая-то ваша грань соприкасается с мужчиной, она оставляет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Например, вы умеете создавать невероятную лёгкость. Вы встретились — посмеялись, поговорили, разошлись.</a:t>
            </a:r>
          </a:p>
          <a:p>
            <a:r>
              <a:t>Встреча закончилась. А лёгкость осталась.</a:t>
            </a:r>
          </a:p>
          <a:p>
            <a:r>
              <a:t>Это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Проходит несколько дней. Мужчина вспоминает вас — и вместе с вашим образом возвращается это ощущение.</a:t>
            </a:r>
          </a:p>
          <a:p>
            <a:r>
              <a:t>Так появляется память о вас. А когда таких следов становится много, появляется то, что я называю эффектом незабываемости.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грань — один след</a:t>
            </a:r>
          </a:p>
          <a:p>
            <a:r>
              <a:t>Например</a:t>
            </a:r>
          </a:p>
          <a:p>
            <a:r>
              <a:t>Лёгкость → след лёгкости, Вдохновение → след вдохновения</a:t>
            </a:r>
          </a:p>
          <a:p>
            <a:r>
              <a:t>Интеллект → интеллектуальный след, Индивидуальность → след уникальности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Эстетика → эстетический след, Достоинство → след уважения</a:t>
            </a:r>
          </a:p>
          <a:p>
            <a:r>
              <a:t>Контраст → след новизны</a:t>
            </a:r>
          </a:p>
          <a:p>
            <a:r>
              <a:t>И вот теперь становится понятно, почему одной красоты недостаточно.</a:t>
            </a:r>
          </a:p>
          <a:p>
            <a:r>
              <a:t>Красота тоже способна оставить след. Но это один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 женщину, после которой мужчина одновременно уносит:</a:t>
            </a:r>
          </a:p>
          <a:p>
            <a:r>
              <a:t>восхищение, интерес, лёгкость, уважение, любопытство, вдохновение, тепло,</a:t>
            </a:r>
          </a:p>
          <a:p>
            <a:r>
              <a:t>яркое воспоминание.</a:t>
            </a:r>
          </a:p>
          <a:p>
            <a:r>
              <a:t>Это уже совершенно другой объём впечатления.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 многогранности</a:t>
            </a:r>
          </a:p>
          <a:p>
            <a:r>
              <a:t>Чем больше раскрытых граней — тем объёмнее образ женщины.</a:t>
            </a:r>
          </a:p>
          <a:p>
            <a:r>
              <a:t>И это второй важнейший принцип нашей программы.</a:t>
            </a:r>
          </a:p>
          <a:p>
            <a:r>
              <a:t>Незабываемость редко создаётся одной суперспособностью.</a:t>
            </a:r>
          </a:p>
          <a:p>
            <a:r>
              <a:t>Она создаётся комбинацией.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Потому что если женщина только красивая — мужчина достаточно быстро привыкает к красоте.</a:t>
            </a:r>
          </a:p>
          <a:p>
            <a:r>
              <a:t>Если она только лёгкая — прекрасно, но этого может быть мало. Только умная — тоже одна грань.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представьте: она лёгкая, но глубокая. Нежная, но с характером.</a:t>
            </a:r>
          </a:p>
          <a:p>
            <a:r>
              <a:t>Женственная, но со своим миром. Спокойная, но иногда совершенно неожиданная.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 ней можно смеяться — и через двадцать минут разговаривать о вещах, о которых мужчина почти ни с кем не говорит.</a:t>
            </a:r>
          </a:p>
          <a:p>
            <a:r>
              <a:t>Вот такую женщину уже невозможно поместить в одну категорию.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Ваш Кристалл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Есть красивые женщины. Есть умные.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658364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Есть сексуальные. Есть интересные.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21150" y="3373628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3513328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А есть незабываемые.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1150" y="4470400"/>
            <a:ext cx="7302500" cy="149250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4622800"/>
            <a:ext cx="7315200" cy="35356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ПРОМПТ ДЛЯ MIDJOURNEY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016500"/>
            <a:ext cx="7315200" cy="857503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Luxury editorial portrait of a confident woman aged 42, black silk, natural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skin, graphite interior, soft champagne rim light, refined quiet presence, no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text --ar 16:9 --style raw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Незабываемая женщина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8717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668528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668528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незабываемая</a:t>
            </a:r>
            <a:r>
              <a:rPr>
                <a:solidFill>
                  <a:srgbClr val="FFFFFF"/>
                </a:solidFill>
              </a:rPr>
              <a:t> — это не обязательно самая красивая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женщина в комнате.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840227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941828"/>
            <a:ext cx="0" cy="385063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30561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979927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 самая молодая. Не самая сексуальная.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555492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33850" y="3657091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Diamond 26"/>
          <p:cNvSpPr/>
          <p:nvPr/>
        </p:nvSpPr>
        <p:spPr>
          <a:xfrm>
            <a:off x="4267200" y="3771391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3695191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даже не самая интересная в привычном понимании.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сначала интерес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658364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потом привыкание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272028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33850" y="3373628"/>
            <a:ext cx="0" cy="385063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Diamond 26"/>
          <p:cNvSpPr/>
          <p:nvPr/>
        </p:nvSpPr>
        <p:spPr>
          <a:xfrm>
            <a:off x="4267200" y="34879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3411727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потом охлаждение.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21150" y="4088892"/>
            <a:ext cx="7302500" cy="871728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228592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«хорошая женщина» и «незабываемая женщина» — не одно 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то же.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Мужчина запоминает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 только вас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 может забыть ресторан.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658364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 может даже забыть какие-то ваши слова.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21150" y="3373628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3513328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Он запоминает себя рядом с вами.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1150" y="4470400"/>
            <a:ext cx="7302500" cy="149250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4622800"/>
            <a:ext cx="7315200" cy="35356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ПРОМПТ ДЛЯ MIDJOURNEY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016500"/>
            <a:ext cx="7315200" cy="857503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Elegant mature couple sharing a warm knowing glance in a quiet luxury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lounge, authentic emotion, graphite and champagne palette, cinematic soft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light, no text --ar 16:9 --style raw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Каким он себя чувствовал.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Было ли ему легко? Интересно?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556764"/>
            <a:ext cx="7315200" cy="8717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658364"/>
            <a:ext cx="0" cy="668527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696464"/>
            <a:ext cx="7315200" cy="668528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Хотелось ли ему становиться сильнее? Чувствовал ли он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себя мужчиной?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555492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33850" y="3657091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Diamond 26"/>
          <p:cNvSpPr/>
          <p:nvPr/>
        </p:nvSpPr>
        <p:spPr>
          <a:xfrm>
            <a:off x="4267200" y="3771391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3695191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Смеялся ли? Удивлялся? Восхищался?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Научиться оставлять следы.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Наша задача гораздо интереснее.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658364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Научиться оставлять </a:t>
            </a:r>
            <a:r>
              <a:rPr>
                <a:solidFill>
                  <a:srgbClr val="D4AF37"/>
                </a:solidFill>
              </a:rPr>
              <a:t>следы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21150" y="3373628"/>
            <a:ext cx="7302500" cy="871728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3513328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И поэтому наша задача — не научиться «правильно вести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себя с мужчиной».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Как возникает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незабываемость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ГРАНЬ → СОПРИКОСНОВЕНИЕ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658364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→ СЛЕД → ПАМЯТЬ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272028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33850" y="3373628"/>
            <a:ext cx="0" cy="385063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Diamond 26"/>
          <p:cNvSpPr/>
          <p:nvPr/>
        </p:nvSpPr>
        <p:spPr>
          <a:xfrm>
            <a:off x="4267200" y="34879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3411727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→ НЕЗАБЫВАЕМОСТЬ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Встреча закончилась.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А лёгкость осталась.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Например, вы умеете создавать невероятную </a:t>
            </a: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658364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Вы встретились — посмеялись, поговорили, разошлись.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21150" y="3373628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3513328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Это след.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1150" y="4470400"/>
            <a:ext cx="7302500" cy="149250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4622800"/>
            <a:ext cx="7315200" cy="35356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ПРОМПТ ДЛЯ MIDJOURNEY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016500"/>
            <a:ext cx="7315200" cy="857503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Two crystal glasses on a dark stone table after an intimate conversation,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delicate golden light reflections lingering on graphite silk, poetic luxury still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life, no text --ar 16:9 --style raw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Память о вас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8717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668528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668528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Мужчина вспоминает вас — и вместе с вашим образом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возвращается это ощущение.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840227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941828"/>
            <a:ext cx="0" cy="385063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30561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979927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А когда таких следов становится много,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21150" y="3657092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3796792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появляется то, что я называю эффектом незабываемости.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Одна грань — один след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2057400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Лёгкость	</a:t>
            </a:r>
            <a:r>
              <a:rPr sz="1800">
                <a:solidFill>
                  <a:srgbClr val="FFFFFF"/>
                </a:solidFill>
                <a:latin typeface="Arial"/>
              </a:rPr>
              <a:t>→ след лёгкости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54800" y="1993900"/>
            <a:ext cx="0" cy="419100"/>
          </a:xfrm>
          <a:prstGeom prst="line">
            <a:avLst/>
          </a:prstGeom>
          <a:ln w="6350">
            <a:solidFill>
              <a:srgbClr val="D4AF37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114800" y="26924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0" y="2908300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Вдохновение	</a:t>
            </a:r>
            <a:r>
              <a:rPr sz="1800">
                <a:solidFill>
                  <a:srgbClr val="FFFFFF"/>
                </a:solidFill>
                <a:latin typeface="Arial"/>
              </a:rPr>
              <a:t>→ след вдохновения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54800" y="2844800"/>
            <a:ext cx="0" cy="419100"/>
          </a:xfrm>
          <a:prstGeom prst="line">
            <a:avLst/>
          </a:prstGeom>
          <a:ln w="6350">
            <a:solidFill>
              <a:srgbClr val="D4AF37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114800" y="35433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3759199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Интеллект	</a:t>
            </a:r>
            <a:r>
              <a:rPr sz="1800">
                <a:solidFill>
                  <a:srgbClr val="FFFFFF"/>
                </a:solidFill>
                <a:latin typeface="Arial"/>
              </a:rPr>
              <a:t>→ интеллектуальный след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54800" y="3695700"/>
            <a:ext cx="0" cy="419100"/>
          </a:xfrm>
          <a:prstGeom prst="line">
            <a:avLst/>
          </a:prstGeom>
          <a:ln w="6350">
            <a:solidFill>
              <a:srgbClr val="D4AF37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114800" y="43942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610100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Индивидуальность	</a:t>
            </a:r>
            <a:r>
              <a:rPr sz="1800">
                <a:solidFill>
                  <a:srgbClr val="FFFFFF"/>
                </a:solidFill>
                <a:latin typeface="Arial"/>
              </a:rPr>
              <a:t>→ след уникальности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54800" y="4546600"/>
            <a:ext cx="0" cy="419100"/>
          </a:xfrm>
          <a:prstGeom prst="line">
            <a:avLst/>
          </a:prstGeom>
          <a:ln w="6350">
            <a:solidFill>
              <a:srgbClr val="D4AF37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Почему одной красоты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недостаточно.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2057400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Эстетика	</a:t>
            </a:r>
            <a:r>
              <a:rPr sz="1800">
                <a:solidFill>
                  <a:srgbClr val="FFFFFF"/>
                </a:solidFill>
                <a:latin typeface="Arial"/>
              </a:rPr>
              <a:t>→ эстетический след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54800" y="1993900"/>
            <a:ext cx="0" cy="419100"/>
          </a:xfrm>
          <a:prstGeom prst="line">
            <a:avLst/>
          </a:prstGeom>
          <a:ln w="6350">
            <a:solidFill>
              <a:srgbClr val="D4AF37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114800" y="26924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0" y="2908300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Достоинство	</a:t>
            </a:r>
            <a:r>
              <a:rPr sz="1800">
                <a:solidFill>
                  <a:srgbClr val="FFFFFF"/>
                </a:solidFill>
                <a:latin typeface="Arial"/>
              </a:rPr>
              <a:t>→ след уважения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54800" y="2844800"/>
            <a:ext cx="0" cy="419100"/>
          </a:xfrm>
          <a:prstGeom prst="line">
            <a:avLst/>
          </a:prstGeom>
          <a:ln w="6350">
            <a:solidFill>
              <a:srgbClr val="D4AF37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114800" y="35433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3759199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Контраст	</a:t>
            </a:r>
            <a:r>
              <a:rPr sz="1800">
                <a:solidFill>
                  <a:srgbClr val="FFFFFF"/>
                </a:solidFill>
                <a:latin typeface="Arial"/>
              </a:rPr>
              <a:t>→ след новизны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54800" y="3695700"/>
            <a:ext cx="0" cy="419100"/>
          </a:xfrm>
          <a:prstGeom prst="line">
            <a:avLst/>
          </a:prstGeom>
          <a:ln w="6350">
            <a:solidFill>
              <a:srgbClr val="D4AF37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121150" y="4495800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635500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Красота тоже способна оставить след. Но это один след.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Совершенно другой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объём впечатления.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восхищение, интерес, </a:t>
            </a:r>
            <a:r>
              <a:rPr>
                <a:solidFill>
                  <a:srgbClr val="D4AF37"/>
                </a:solidFill>
              </a:rPr>
              <a:t>лёгкость</a:t>
            </a:r>
            <a:r>
              <a:rPr>
                <a:solidFill>
                  <a:srgbClr val="FFFFFF"/>
                </a:solidFill>
              </a:rPr>
              <a:t>,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658364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уважение</a:t>
            </a:r>
            <a:r>
              <a:rPr>
                <a:solidFill>
                  <a:srgbClr val="FFFFFF"/>
                </a:solidFill>
              </a:rPr>
              <a:t>, любопытство, </a:t>
            </a:r>
            <a:r>
              <a:rPr>
                <a:solidFill>
                  <a:srgbClr val="D4AF37"/>
                </a:solidFill>
              </a:rPr>
              <a:t>вдохновение</a:t>
            </a:r>
            <a:r>
              <a:rPr>
                <a:solidFill>
                  <a:srgbClr val="FFFFFF"/>
                </a:solidFill>
              </a:rPr>
              <a:t>, тепло,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272028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33850" y="3373628"/>
            <a:ext cx="0" cy="385063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Diamond 26"/>
          <p:cNvSpPr/>
          <p:nvPr/>
        </p:nvSpPr>
        <p:spPr>
          <a:xfrm>
            <a:off x="4267200" y="34879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3411727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яркое воспоминание.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21150" y="4470400"/>
            <a:ext cx="7302500" cy="149250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622800"/>
            <a:ext cx="7315200" cy="35356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D4AF37"/>
                </a:solidFill>
                <a:latin typeface="Arial"/>
              </a:defRPr>
            </a:pPr>
            <a:r>
              <a:rPr>
                <a:solidFill>
                  <a:srgbClr val="D4AF37"/>
                </a:solidFill>
              </a:rPr>
              <a:t>ПРОМПТ ДЛЯ MIDJOURNEY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5016500"/>
            <a:ext cx="7315200" cy="857503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A clear multifaceted crystal casting layered champagne light onto matte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graphite stone, rich subtle reflections, sculptural luxury still life, editorial</a:t>
            </a:r>
          </a:p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photography, no text --ar 16:9 --style raw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Закон многогранности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Незабываемость редко создаётся одной суперспособностью.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658364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Она создаётся </a:t>
            </a:r>
            <a:r>
              <a:rPr>
                <a:solidFill>
                  <a:srgbClr val="D4AF37"/>
                </a:solidFill>
              </a:rPr>
              <a:t>комбинацией</a:t>
            </a:r>
            <a:r>
              <a:rPr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21150" y="3373628"/>
            <a:ext cx="7302500" cy="871728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3513328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Чем больше раскрытых граней — тем объёмнее образ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женщины.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Только одна грань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8717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668528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668528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если женщина только красивая — мужчина достаточно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быстро привыкает к красоте.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840227"/>
            <a:ext cx="7315200" cy="8717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941828"/>
            <a:ext cx="0" cy="668527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30561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979927"/>
            <a:ext cx="7315200" cy="668528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Если она только лёгкая — прекрасно, но этого может быть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мало.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838956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33850" y="3940555"/>
            <a:ext cx="0" cy="385065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Diamond 26"/>
          <p:cNvSpPr/>
          <p:nvPr/>
        </p:nvSpPr>
        <p:spPr>
          <a:xfrm>
            <a:off x="4267200" y="4054855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3978656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Только умная — тоже одна грань.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Она создаётся комбинацией.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она лёгкая, но глубокая.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658364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Нежная, но с характером.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272028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33850" y="3373628"/>
            <a:ext cx="0" cy="385063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Diamond 26"/>
          <p:cNvSpPr/>
          <p:nvPr/>
        </p:nvSpPr>
        <p:spPr>
          <a:xfrm>
            <a:off x="4267200" y="3487928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3411727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Женственная, но со своим миром.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3987291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133850" y="4088891"/>
            <a:ext cx="0" cy="385065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4267200" y="4203192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4126991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Спокойная, но иногда совершенно неожиданная.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10604500" y="5080000"/>
            <a:ext cx="838200" cy="381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442700" y="5080000"/>
            <a:ext cx="571500" cy="5842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1785600" y="5664200"/>
            <a:ext cx="228600" cy="8255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998200" y="6489700"/>
            <a:ext cx="787400" cy="2540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10426700" y="6146800"/>
            <a:ext cx="571500" cy="5969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426700" y="5461000"/>
            <a:ext cx="177800" cy="685800"/>
          </a:xfrm>
          <a:prstGeom prst="line">
            <a:avLst/>
          </a:prstGeom>
          <a:ln w="4445">
            <a:solidFill>
              <a:srgbClr val="D4AF37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4500" y="5461000"/>
            <a:ext cx="1409700" cy="2032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04500" y="5461000"/>
            <a:ext cx="393700" cy="1282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42700" y="5080000"/>
            <a:ext cx="342900" cy="1409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0426700" y="5664200"/>
            <a:ext cx="1587500" cy="4826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10426700" y="6146800"/>
            <a:ext cx="1358900" cy="342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62900" y="127000"/>
            <a:ext cx="4013200" cy="2667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300" y="127000"/>
            <a:ext cx="2590800" cy="723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864600" y="127000"/>
            <a:ext cx="3111500" cy="469900"/>
          </a:xfrm>
          <a:prstGeom prst="line">
            <a:avLst/>
          </a:prstGeom>
          <a:ln w="3810">
            <a:solidFill>
              <a:srgbClr val="D4AF37">
                <a:alpha val="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Невозможно поместить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 одну категорию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33850" y="1943100"/>
            <a:ext cx="0" cy="385064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4267200" y="2057400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С ней можно смеяться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556764"/>
            <a:ext cx="7315200" cy="8717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33850" y="2658364"/>
            <a:ext cx="0" cy="668527"/>
          </a:xfrm>
          <a:prstGeom prst="line">
            <a:avLst/>
          </a:prstGeom>
          <a:ln w="6350">
            <a:solidFill>
              <a:srgbClr val="D4AF37">
                <a:alpha val="3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4267200" y="2772664"/>
            <a:ext cx="50800" cy="5080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696464"/>
            <a:ext cx="7315200" cy="668528"/>
          </a:xfrm>
          <a:prstGeom prst="rect">
            <a:avLst/>
          </a:prstGeom>
          <a:noFill/>
        </p:spPr>
        <p:txBody>
          <a:bodyPr wrap="none" lIns="304800" rIns="304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и через двадцать минут разговаривать о вещах, о которых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мужчина почти ни с кем не говорит.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21150" y="3657092"/>
            <a:ext cx="7302500" cy="871728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3796792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Вот такую женщину уже невозможно поместить в одну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rPr>
                <a:solidFill>
                  <a:srgbClr val="D4AF37"/>
                </a:solidFill>
              </a:rPr>
              <a:t>категорию.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 Кристалл незабываемости — обучающий урок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