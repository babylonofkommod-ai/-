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Вводный блок</a:t>
            </a:r>
          </a:p>
          <a:p>
            <a:r>
              <a:t>«Ваш Кристалл незабываемости»</a:t>
            </a:r>
          </a:p>
          <a:p>
            <a:r>
              <a:t>Почему одних женщин забывают, а других — нет?</a:t>
            </a:r>
          </a:p>
          <a:p>
            <a:r>
              <a:t>Есть красивые женщины. Есть умные. Есть сексуальные. Есть интересные.</a:t>
            </a:r>
          </a:p>
          <a:p>
            <a:r>
              <a:t>А есть незабываемые.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И первое, что я хочу, чтобы вы поняли: незабываемая — это не обязательно самая красивая женщина в комнате.</a:t>
            </a:r>
          </a:p>
          <a:p>
            <a:r>
              <a:t>Не самая молодая. Не самая сексуальная.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И даже не самая интересная в привычном понимании.</a:t>
            </a:r>
          </a:p>
          <a:p>
            <a:r>
              <a:t>Вы наверняка встречали женщин, которые вроде бы ничем невероятным не выделяются, но мужчины почему-то очень сильно на них западают.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И наоборот: потрясающая женщина — красивая, умная, успешная — а отношения с мужчинами почему-то постоянно заканчиваются одним и тем же: сначала интерес, потом привыкание, потом охлаждение.</a:t>
            </a:r>
          </a:p>
          <a:p>
            <a:r>
              <a:t>Почему?</a:t>
            </a:r>
          </a:p>
          <a:p>
            <a:r>
              <a:t>Потому что «хорошая женщина» и «незабываемая женщина» — не одно и то же.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Мужчина запоминает не только вас</a:t>
            </a:r>
          </a:p>
          <a:p>
            <a:r>
              <a:t>Он запоминает себя рядом с вами.</a:t>
            </a:r>
          </a:p>
          <a:p>
            <a:r>
              <a:t>И это одна из главных мыслей всей программы.</a:t>
            </a:r>
          </a:p>
          <a:p>
            <a:r>
              <a:t>Через несколько лет мужчина может забыть, в каком платье вы пришли на свидание.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Он может забыть ресторан. Он может даже забыть какие-то ваши слова.</a:t>
            </a:r>
          </a:p>
          <a:p>
            <a:r>
              <a:t>Но он гораздо дольше способен помнить: как ему было рядом с вами.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Каким он себя чувствовал. Было ли ему легко? Интересно?</a:t>
            </a:r>
          </a:p>
          <a:p>
            <a:r>
              <a:t>Хотелось ли ему становиться сильнее? Чувствовал ли он себя мужчиной?</a:t>
            </a:r>
          </a:p>
          <a:p>
            <a:r>
              <a:t>Смеялся ли? Удивлялся? Восхищался?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И поэтому наша задача — не научиться «правильно вести себя с мужчиной».</a:t>
            </a:r>
          </a:p>
          <a:p>
            <a:r>
              <a:t>Наша задача гораздо интереснее. Научиться оставлять следы.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Как возникает незабываемость</a:t>
            </a:r>
          </a:p>
          <a:p>
            <a:r>
              <a:t>Сразу же покажу вам нашу главную формулу незабываемости.</a:t>
            </a:r>
          </a:p>
          <a:p>
            <a:r>
              <a:t>ГРАНЬ → СОПРИКОСНОВЕНИЕ → СЛЕД → ПАМЯТЬ → НЕЗАБЫВАЕМОСТЬ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У каждой женщины есть разные грани.</a:t>
            </a:r>
          </a:p>
          <a:p>
            <a:r>
              <a:t>И когда какая-то ваша грань соприкасается с мужчиной, она оставляет след.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Например, вы умеете создавать невероятную лёгкость. Вы встретились — посмеялись, поговорили, разошлись.</a:t>
            </a:r>
          </a:p>
          <a:p>
            <a:r>
              <a:t>Встреча закончилась. А лёгкость осталась.</a:t>
            </a:r>
          </a:p>
          <a:p>
            <a:r>
              <a:t>Это след.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Проходит несколько дней. Мужчина вспоминает вас — и вместе с вашим образом возвращается это ощущение.</a:t>
            </a:r>
          </a:p>
          <a:p>
            <a:r>
              <a:t>Так появляется память о вас. А когда таких следов становится много, появляется то, что я называю эффектом незабываемости.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Одна грань — один след</a:t>
            </a:r>
          </a:p>
          <a:p>
            <a:r>
              <a:t>Например</a:t>
            </a:r>
          </a:p>
          <a:p>
            <a:r>
              <a:t>Лёгкость → след лёгкости, Вдохновение → след вдохновения</a:t>
            </a:r>
          </a:p>
          <a:p>
            <a:r>
              <a:t>Интеллект → интеллектуальный след, Индивидуальность → след уникальности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Эстетика → эстетический след, Достоинство → след уважения</a:t>
            </a:r>
          </a:p>
          <a:p>
            <a:r>
              <a:t>Контраст → след новизны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И вот теперь становится понятно, почему одной красоты недостаточно.</a:t>
            </a:r>
          </a:p>
          <a:p>
            <a:r>
              <a:t>Красота тоже способна оставить след. Но это один след.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 теперь представьте женщину, после которой мужчина одновременно уносит:</a:t>
            </a:r>
          </a:p>
          <a:p>
            <a:r>
              <a:t>восхищение, интерес, лёгкость, уважение, любопытство, вдохновение, тепло,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яркое воспоминание.</a:t>
            </a:r>
          </a:p>
          <a:p>
            <a:r>
              <a:t>Это уже совершенно другой объём впечатления.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Закон многогранности</a:t>
            </a:r>
          </a:p>
          <a:p>
            <a:r>
              <a:t>Чем больше раскрытых граней — тем объёмнее образ женщины.</a:t>
            </a:r>
          </a:p>
          <a:p>
            <a:r>
              <a:t>И это второй важнейший принцип нашей программы.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Незабываемость редко создаётся одной суперспособностью.</a:t>
            </a:r>
          </a:p>
          <a:p>
            <a:r>
              <a:t>Она создаётся комбинацией.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Потому что если женщина только красивая — мужчина достаточно быстро привыкает к красоте.</a:t>
            </a:r>
          </a:p>
          <a:p>
            <a:r>
              <a:t>Если она только лёгкая — прекрасно, но этого может быть мало. Только умная — тоже одна грань.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 теперь представьте: она лёгкая, но глубокая. Нежная, но с характером.</a:t>
            </a:r>
          </a:p>
          <a:p>
            <a:r>
              <a:t>Женственная, но со своим миром. Спокойная, но иногда совершенно неожиданная.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 ней можно смеяться — и через двадцать минут разговаривать о вещах, о которых мужчина почти ни с кем не говорит.</a:t>
            </a:r>
          </a:p>
          <a:p>
            <a:r>
              <a:t>Вот такую женщину уже невозможно поместить в одну категорию.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Relationship Id="rId3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0" y="355600"/>
            <a:ext cx="7315200" cy="1071372"/>
          </a:xfrm>
          <a:prstGeom prst="rect">
            <a:avLst/>
          </a:prstGeom>
          <a:noFill/>
        </p:spPr>
        <p:txBody>
          <a:bodyPr wrap="none" lIns="25400" rIns="25400" tIns="0" bIns="0">
            <a:spAutoFit/>
          </a:bodyPr>
          <a:lstStyle/>
          <a:p>
            <a:pPr>
              <a:lnSpc>
                <a:spcPts val="3968"/>
              </a:lnSpc>
              <a:spcBef>
                <a:spcPts val="0"/>
              </a:spcBef>
              <a:spcAft>
                <a:spcPts val="0"/>
              </a:spcAft>
              <a:defRPr sz="3200" i="0">
                <a:solidFill>
                  <a:srgbClr val="D4AF37"/>
                </a:solidFill>
                <a:latin typeface="Georgia"/>
              </a:defRPr>
            </a:pPr>
            <a:r>
              <a:rPr>
                <a:solidFill>
                  <a:srgbClr val="D4AF37"/>
                </a:solidFill>
              </a:rPr>
              <a:t>Ваш Кристалл</a:t>
            </a:r>
          </a:p>
          <a:p>
            <a:pPr>
              <a:lnSpc>
                <a:spcPts val="3968"/>
              </a:lnSpc>
              <a:spcBef>
                <a:spcPts val="0"/>
              </a:spcBef>
              <a:spcAft>
                <a:spcPts val="0"/>
              </a:spcAft>
              <a:defRPr sz="3200" i="0">
                <a:solidFill>
                  <a:srgbClr val="D4AF37"/>
                </a:solidFill>
                <a:latin typeface="Georgia"/>
              </a:defRPr>
            </a:pPr>
            <a:r>
              <a:rPr>
                <a:solidFill>
                  <a:srgbClr val="D4AF37"/>
                </a:solidFill>
              </a:rPr>
              <a:t>незабываемости</a:t>
            </a:r>
          </a:p>
        </p:txBody>
      </p:sp>
      <p:pic>
        <p:nvPicPr>
          <p:cNvPr id="3" name="Embedded stock photo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0" y="1371600"/>
            <a:ext cx="3200400" cy="4572000"/>
          </a:xfrm>
          <a:prstGeom prst="rect">
            <a:avLst/>
          </a:prstGeom>
        </p:spPr>
      </p:pic>
      <p:sp>
        <p:nvSpPr>
          <p:cNvPr id="4" name="Teaching card"/>
          <p:cNvSpPr/>
          <p:nvPr/>
        </p:nvSpPr>
        <p:spPr>
          <a:xfrm>
            <a:off x="4121150" y="1651000"/>
            <a:ext cx="3827780" cy="1180592"/>
          </a:xfrm>
          <a:prstGeom prst="rect">
            <a:avLst/>
          </a:prstGeom>
          <a:solidFill>
            <a:srgbClr val="282828"/>
          </a:solidFill>
          <a:ln w="635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0" y="1790700"/>
            <a:ext cx="3840480" cy="913891"/>
          </a:xfrm>
          <a:prstGeom prst="rect">
            <a:avLst/>
          </a:prstGeom>
          <a:noFill/>
        </p:spPr>
        <p:txBody>
          <a:bodyPr wrap="none" lIns="177800" rIns="177800" tIns="0" bIns="0">
            <a:spAutoFit/>
          </a:bodyPr>
          <a:lstStyle/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sz="1800" i="0">
                <a:solidFill>
                  <a:srgbClr val="FFFFFF"/>
                </a:solidFill>
                <a:latin typeface="Arial"/>
              </a:defRPr>
            </a:pPr>
            <a:r>
              <a:rPr>
                <a:solidFill>
                  <a:srgbClr val="FFFFFF"/>
                </a:solidFill>
              </a:rPr>
              <a:t>Есть красивые женщины. Есть</a:t>
            </a:r>
          </a:p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sz="1800" i="0">
                <a:solidFill>
                  <a:srgbClr val="FFFFFF"/>
                </a:solidFill>
                <a:latin typeface="Arial"/>
              </a:defRPr>
            </a:pPr>
            <a:r>
              <a:rPr>
                <a:solidFill>
                  <a:srgbClr val="FFFFFF"/>
                </a:solidFill>
              </a:rPr>
              <a:t>умные. Есть сексуальные. Есть</a:t>
            </a:r>
          </a:p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sz="1800" i="0">
                <a:solidFill>
                  <a:srgbClr val="FFFFFF"/>
                </a:solidFill>
                <a:latin typeface="Arial"/>
              </a:defRPr>
            </a:pPr>
            <a:r>
              <a:rPr>
                <a:solidFill>
                  <a:srgbClr val="FFFFFF"/>
                </a:solidFill>
              </a:rPr>
              <a:t>интересные.</a:t>
            </a:r>
          </a:p>
        </p:txBody>
      </p:sp>
      <p:sp>
        <p:nvSpPr>
          <p:cNvPr id="6" name="Quote"/>
          <p:cNvSpPr/>
          <p:nvPr/>
        </p:nvSpPr>
        <p:spPr>
          <a:xfrm>
            <a:off x="4121150" y="2958592"/>
            <a:ext cx="3827780" cy="613664"/>
          </a:xfrm>
          <a:prstGeom prst="rect">
            <a:avLst/>
          </a:prstGeom>
          <a:solidFill>
            <a:srgbClr val="1A1A1A"/>
          </a:solidFill>
          <a:ln w="635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0" y="3098292"/>
            <a:ext cx="3840480" cy="346964"/>
          </a:xfrm>
          <a:prstGeom prst="rect">
            <a:avLst/>
          </a:prstGeom>
          <a:noFill/>
        </p:spPr>
        <p:txBody>
          <a:bodyPr wrap="none" lIns="177800" rIns="177800" tIns="0" bIns="0">
            <a:spAutoFit/>
          </a:bodyPr>
          <a:lstStyle/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sz="1800" i="1">
                <a:solidFill>
                  <a:srgbClr val="D4AF37"/>
                </a:solidFill>
                <a:latin typeface="Georgia"/>
              </a:defRPr>
            </a:pPr>
            <a:r>
              <a:rPr>
                <a:solidFill>
                  <a:srgbClr val="D4AF37"/>
                </a:solidFill>
              </a:rPr>
              <a:t>А есть незабываемые.</a:t>
            </a:r>
          </a:p>
        </p:txBody>
      </p:sp>
      <p:sp>
        <p:nvSpPr>
          <p:cNvPr id="8" name="Bottom page-number mask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0" y="355600"/>
            <a:ext cx="7315200" cy="567436"/>
          </a:xfrm>
          <a:prstGeom prst="rect">
            <a:avLst/>
          </a:prstGeom>
          <a:noFill/>
        </p:spPr>
        <p:txBody>
          <a:bodyPr wrap="none" lIns="25400" rIns="25400" tIns="0" bIns="0">
            <a:spAutoFit/>
          </a:bodyPr>
          <a:lstStyle/>
          <a:p>
            <a:pPr>
              <a:lnSpc>
                <a:spcPts val="3968"/>
              </a:lnSpc>
              <a:spcBef>
                <a:spcPts val="0"/>
              </a:spcBef>
              <a:spcAft>
                <a:spcPts val="0"/>
              </a:spcAft>
              <a:defRPr sz="3200" i="0">
                <a:solidFill>
                  <a:srgbClr val="D4AF37"/>
                </a:solidFill>
                <a:latin typeface="Georgia"/>
              </a:defRPr>
            </a:pPr>
            <a:r>
              <a:rPr>
                <a:solidFill>
                  <a:srgbClr val="D4AF37"/>
                </a:solidFill>
              </a:rPr>
              <a:t>Незабываемая женщина</a:t>
            </a:r>
          </a:p>
        </p:txBody>
      </p:sp>
      <p:pic>
        <p:nvPicPr>
          <p:cNvPr id="3" name="Embedded stock photo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0" y="1371600"/>
            <a:ext cx="3200400" cy="4572000"/>
          </a:xfrm>
          <a:prstGeom prst="rect">
            <a:avLst/>
          </a:prstGeom>
        </p:spPr>
      </p:pic>
      <p:sp>
        <p:nvSpPr>
          <p:cNvPr id="4" name="Teaching card"/>
          <p:cNvSpPr/>
          <p:nvPr/>
        </p:nvSpPr>
        <p:spPr>
          <a:xfrm>
            <a:off x="4121150" y="1651000"/>
            <a:ext cx="3827780" cy="1464056"/>
          </a:xfrm>
          <a:prstGeom prst="rect">
            <a:avLst/>
          </a:prstGeom>
          <a:solidFill>
            <a:srgbClr val="282828"/>
          </a:solidFill>
          <a:ln w="635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0" y="1790700"/>
            <a:ext cx="3840480" cy="1197356"/>
          </a:xfrm>
          <a:prstGeom prst="rect">
            <a:avLst/>
          </a:prstGeom>
          <a:noFill/>
        </p:spPr>
        <p:txBody>
          <a:bodyPr wrap="none" lIns="177800" rIns="177800" tIns="0" bIns="0">
            <a:spAutoFit/>
          </a:bodyPr>
          <a:lstStyle/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sz="1800" i="0">
                <a:solidFill>
                  <a:srgbClr val="FFFFFF"/>
                </a:solidFill>
                <a:latin typeface="Arial"/>
              </a:defRPr>
            </a:pPr>
            <a:r>
              <a:rPr>
                <a:solidFill>
                  <a:srgbClr val="FFFFFF"/>
                </a:solidFill>
              </a:rPr>
              <a:t>И первое, что я хочу, чтобы вы</a:t>
            </a:r>
          </a:p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sz="1800" i="0">
                <a:solidFill>
                  <a:srgbClr val="FFFFFF"/>
                </a:solidFill>
                <a:latin typeface="Arial"/>
              </a:defRPr>
            </a:pPr>
            <a:r>
              <a:rPr>
                <a:solidFill>
                  <a:srgbClr val="FFFFFF"/>
                </a:solidFill>
              </a:rPr>
              <a:t>поняли: </a:t>
            </a:r>
            <a:r>
              <a:rPr>
                <a:solidFill>
                  <a:srgbClr val="D4AF37"/>
                </a:solidFill>
              </a:rPr>
              <a:t>незабываемая</a:t>
            </a:r>
            <a:r>
              <a:rPr>
                <a:solidFill>
                  <a:srgbClr val="FFFFFF"/>
                </a:solidFill>
              </a:rPr>
              <a:t> — это не</a:t>
            </a:r>
          </a:p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sz="1800" i="0">
                <a:solidFill>
                  <a:srgbClr val="FFFFFF"/>
                </a:solidFill>
                <a:latin typeface="Arial"/>
              </a:defRPr>
            </a:pPr>
            <a:r>
              <a:rPr>
                <a:solidFill>
                  <a:srgbClr val="FFFFFF"/>
                </a:solidFill>
              </a:rPr>
              <a:t>обязательно самая красивая</a:t>
            </a:r>
          </a:p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sz="1800" i="0">
                <a:solidFill>
                  <a:srgbClr val="FFFFFF"/>
                </a:solidFill>
                <a:latin typeface="Arial"/>
              </a:defRPr>
            </a:pPr>
            <a:r>
              <a:rPr>
                <a:solidFill>
                  <a:srgbClr val="FFFFFF"/>
                </a:solidFill>
              </a:rPr>
              <a:t>женщина в комнате.</a:t>
            </a:r>
          </a:p>
        </p:txBody>
      </p:sp>
      <p:sp>
        <p:nvSpPr>
          <p:cNvPr id="6" name="Teaching card"/>
          <p:cNvSpPr/>
          <p:nvPr/>
        </p:nvSpPr>
        <p:spPr>
          <a:xfrm>
            <a:off x="4121150" y="3242056"/>
            <a:ext cx="3827780" cy="897128"/>
          </a:xfrm>
          <a:prstGeom prst="rect">
            <a:avLst/>
          </a:prstGeom>
          <a:solidFill>
            <a:srgbClr val="282828"/>
          </a:solidFill>
          <a:ln w="635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0" y="3381755"/>
            <a:ext cx="3840480" cy="630428"/>
          </a:xfrm>
          <a:prstGeom prst="rect">
            <a:avLst/>
          </a:prstGeom>
          <a:noFill/>
        </p:spPr>
        <p:txBody>
          <a:bodyPr wrap="none" lIns="177800" rIns="177800" tIns="0" bIns="0">
            <a:spAutoFit/>
          </a:bodyPr>
          <a:lstStyle/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sz="1800" i="0">
                <a:solidFill>
                  <a:srgbClr val="FFFFFF"/>
                </a:solidFill>
                <a:latin typeface="Arial"/>
              </a:defRPr>
            </a:pPr>
            <a:r>
              <a:rPr>
                <a:solidFill>
                  <a:srgbClr val="FFFFFF"/>
                </a:solidFill>
              </a:rPr>
              <a:t>Не самая молодая. Не самая</a:t>
            </a:r>
          </a:p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sz="1800" i="0">
                <a:solidFill>
                  <a:srgbClr val="FFFFFF"/>
                </a:solidFill>
                <a:latin typeface="Arial"/>
              </a:defRPr>
            </a:pPr>
            <a:r>
              <a:rPr>
                <a:solidFill>
                  <a:srgbClr val="FFFFFF"/>
                </a:solidFill>
              </a:rPr>
              <a:t>сексуальная.</a:t>
            </a:r>
          </a:p>
        </p:txBody>
      </p:sp>
      <p:sp>
        <p:nvSpPr>
          <p:cNvPr id="8" name="Bottom page-number mask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0" y="355600"/>
            <a:ext cx="7315200" cy="567436"/>
          </a:xfrm>
          <a:prstGeom prst="rect">
            <a:avLst/>
          </a:prstGeom>
          <a:noFill/>
        </p:spPr>
        <p:txBody>
          <a:bodyPr wrap="none" lIns="25400" rIns="25400" tIns="0" bIns="0">
            <a:spAutoFit/>
          </a:bodyPr>
          <a:lstStyle/>
          <a:p>
            <a:pPr>
              <a:lnSpc>
                <a:spcPts val="3968"/>
              </a:lnSpc>
              <a:spcBef>
                <a:spcPts val="0"/>
              </a:spcBef>
              <a:spcAft>
                <a:spcPts val="0"/>
              </a:spcAft>
              <a:defRPr sz="3200" i="0">
                <a:solidFill>
                  <a:srgbClr val="D4AF37"/>
                </a:solidFill>
                <a:latin typeface="Georgia"/>
              </a:defRPr>
            </a:pPr>
            <a:r>
              <a:rPr>
                <a:solidFill>
                  <a:srgbClr val="D4AF37"/>
                </a:solidFill>
              </a:rPr>
              <a:t>Незабываемая женщина</a:t>
            </a:r>
          </a:p>
        </p:txBody>
      </p:sp>
      <p:pic>
        <p:nvPicPr>
          <p:cNvPr id="3" name="Embedded stock photo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0" y="1371600"/>
            <a:ext cx="3200400" cy="4572000"/>
          </a:xfrm>
          <a:prstGeom prst="rect">
            <a:avLst/>
          </a:prstGeom>
        </p:spPr>
      </p:pic>
      <p:sp>
        <p:nvSpPr>
          <p:cNvPr id="4" name="Teaching card"/>
          <p:cNvSpPr/>
          <p:nvPr/>
        </p:nvSpPr>
        <p:spPr>
          <a:xfrm>
            <a:off x="4121150" y="1651000"/>
            <a:ext cx="3827780" cy="897128"/>
          </a:xfrm>
          <a:prstGeom prst="rect">
            <a:avLst/>
          </a:prstGeom>
          <a:solidFill>
            <a:srgbClr val="282828"/>
          </a:solidFill>
          <a:ln w="635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0" y="1790700"/>
            <a:ext cx="3840480" cy="630428"/>
          </a:xfrm>
          <a:prstGeom prst="rect">
            <a:avLst/>
          </a:prstGeom>
          <a:noFill/>
        </p:spPr>
        <p:txBody>
          <a:bodyPr wrap="none" lIns="177800" rIns="177800" tIns="0" bIns="0">
            <a:spAutoFit/>
          </a:bodyPr>
          <a:lstStyle/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sz="1800" i="0">
                <a:solidFill>
                  <a:srgbClr val="FFFFFF"/>
                </a:solidFill>
                <a:latin typeface="Arial"/>
              </a:defRPr>
            </a:pPr>
            <a:r>
              <a:rPr>
                <a:solidFill>
                  <a:srgbClr val="FFFFFF"/>
                </a:solidFill>
              </a:rPr>
              <a:t>И даже не самая интересная в</a:t>
            </a:r>
          </a:p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sz="1800" i="0">
                <a:solidFill>
                  <a:srgbClr val="FFFFFF"/>
                </a:solidFill>
                <a:latin typeface="Arial"/>
              </a:defRPr>
            </a:pPr>
            <a:r>
              <a:rPr>
                <a:solidFill>
                  <a:srgbClr val="FFFFFF"/>
                </a:solidFill>
              </a:rPr>
              <a:t>привычном понимании.</a:t>
            </a:r>
          </a:p>
        </p:txBody>
      </p:sp>
      <p:sp>
        <p:nvSpPr>
          <p:cNvPr id="6" name="Teaching card"/>
          <p:cNvSpPr/>
          <p:nvPr/>
        </p:nvSpPr>
        <p:spPr>
          <a:xfrm>
            <a:off x="4121150" y="2675128"/>
            <a:ext cx="3827780" cy="2030984"/>
          </a:xfrm>
          <a:prstGeom prst="rect">
            <a:avLst/>
          </a:prstGeom>
          <a:solidFill>
            <a:srgbClr val="282828"/>
          </a:solidFill>
          <a:ln w="635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0" y="2814828"/>
            <a:ext cx="3840480" cy="1764283"/>
          </a:xfrm>
          <a:prstGeom prst="rect">
            <a:avLst/>
          </a:prstGeom>
          <a:noFill/>
        </p:spPr>
        <p:txBody>
          <a:bodyPr wrap="none" lIns="177800" rIns="177800" tIns="0" bIns="0">
            <a:spAutoFit/>
          </a:bodyPr>
          <a:lstStyle/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sz="1800" i="0">
                <a:solidFill>
                  <a:srgbClr val="FFFFFF"/>
                </a:solidFill>
                <a:latin typeface="Arial"/>
              </a:defRPr>
            </a:pPr>
            <a:r>
              <a:rPr>
                <a:solidFill>
                  <a:srgbClr val="FFFFFF"/>
                </a:solidFill>
              </a:rPr>
              <a:t>Вы наверняка встречали</a:t>
            </a:r>
          </a:p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sz="1800" i="0">
                <a:solidFill>
                  <a:srgbClr val="FFFFFF"/>
                </a:solidFill>
                <a:latin typeface="Arial"/>
              </a:defRPr>
            </a:pPr>
            <a:r>
              <a:rPr>
                <a:solidFill>
                  <a:srgbClr val="FFFFFF"/>
                </a:solidFill>
              </a:rPr>
              <a:t>женщин, которые вроде бы</a:t>
            </a:r>
          </a:p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sz="1800" i="0">
                <a:solidFill>
                  <a:srgbClr val="FFFFFF"/>
                </a:solidFill>
                <a:latin typeface="Arial"/>
              </a:defRPr>
            </a:pPr>
            <a:r>
              <a:rPr>
                <a:solidFill>
                  <a:srgbClr val="FFFFFF"/>
                </a:solidFill>
              </a:rPr>
              <a:t>ничем невероятным не</a:t>
            </a:r>
          </a:p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sz="1800" i="0">
                <a:solidFill>
                  <a:srgbClr val="FFFFFF"/>
                </a:solidFill>
                <a:latin typeface="Arial"/>
              </a:defRPr>
            </a:pPr>
            <a:r>
              <a:rPr>
                <a:solidFill>
                  <a:srgbClr val="FFFFFF"/>
                </a:solidFill>
              </a:rPr>
              <a:t>выделяются, но мужчины</a:t>
            </a:r>
          </a:p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sz="1800" i="0">
                <a:solidFill>
                  <a:srgbClr val="FFFFFF"/>
                </a:solidFill>
                <a:latin typeface="Arial"/>
              </a:defRPr>
            </a:pPr>
            <a:r>
              <a:rPr>
                <a:solidFill>
                  <a:srgbClr val="FFFFFF"/>
                </a:solidFill>
              </a:rPr>
              <a:t>почему-то очень сильно на них</a:t>
            </a:r>
          </a:p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sz="1800" i="0">
                <a:solidFill>
                  <a:srgbClr val="FFFFFF"/>
                </a:solidFill>
                <a:latin typeface="Arial"/>
              </a:defRPr>
            </a:pPr>
            <a:r>
              <a:rPr>
                <a:solidFill>
                  <a:srgbClr val="FFFFFF"/>
                </a:solidFill>
              </a:rPr>
              <a:t>западают.</a:t>
            </a:r>
          </a:p>
        </p:txBody>
      </p:sp>
      <p:sp>
        <p:nvSpPr>
          <p:cNvPr id="8" name="Bottom page-number mask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0" y="355600"/>
            <a:ext cx="7315200" cy="567436"/>
          </a:xfrm>
          <a:prstGeom prst="rect">
            <a:avLst/>
          </a:prstGeom>
          <a:noFill/>
        </p:spPr>
        <p:txBody>
          <a:bodyPr wrap="none" lIns="25400" rIns="25400" tIns="0" bIns="0">
            <a:spAutoFit/>
          </a:bodyPr>
          <a:lstStyle/>
          <a:p>
            <a:pPr>
              <a:lnSpc>
                <a:spcPts val="3968"/>
              </a:lnSpc>
              <a:spcBef>
                <a:spcPts val="0"/>
              </a:spcBef>
              <a:spcAft>
                <a:spcPts val="0"/>
              </a:spcAft>
              <a:defRPr sz="3200" i="0">
                <a:solidFill>
                  <a:srgbClr val="D4AF37"/>
                </a:solidFill>
                <a:latin typeface="Georgia"/>
              </a:defRPr>
            </a:pPr>
            <a:r>
              <a:rPr>
                <a:solidFill>
                  <a:srgbClr val="D4AF37"/>
                </a:solidFill>
              </a:rPr>
              <a:t>Почему?</a:t>
            </a:r>
          </a:p>
        </p:txBody>
      </p:sp>
      <p:pic>
        <p:nvPicPr>
          <p:cNvPr id="3" name="Embedded stock photo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0" y="1371600"/>
            <a:ext cx="3200400" cy="4572000"/>
          </a:xfrm>
          <a:prstGeom prst="rect">
            <a:avLst/>
          </a:prstGeom>
        </p:spPr>
      </p:pic>
      <p:sp>
        <p:nvSpPr>
          <p:cNvPr id="4" name="Teaching card"/>
          <p:cNvSpPr/>
          <p:nvPr/>
        </p:nvSpPr>
        <p:spPr>
          <a:xfrm>
            <a:off x="4121150" y="1651000"/>
            <a:ext cx="3827780" cy="2314448"/>
          </a:xfrm>
          <a:prstGeom prst="rect">
            <a:avLst/>
          </a:prstGeom>
          <a:solidFill>
            <a:srgbClr val="282828"/>
          </a:solidFill>
          <a:ln w="635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0" y="1790700"/>
            <a:ext cx="3840480" cy="2047748"/>
          </a:xfrm>
          <a:prstGeom prst="rect">
            <a:avLst/>
          </a:prstGeom>
          <a:noFill/>
        </p:spPr>
        <p:txBody>
          <a:bodyPr wrap="none" lIns="177800" rIns="177800" tIns="0" bIns="0">
            <a:spAutoFit/>
          </a:bodyPr>
          <a:lstStyle/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sz="1800" i="0">
                <a:solidFill>
                  <a:srgbClr val="FFFFFF"/>
                </a:solidFill>
                <a:latin typeface="Arial"/>
              </a:defRPr>
            </a:pPr>
            <a:r>
              <a:rPr>
                <a:solidFill>
                  <a:srgbClr val="FFFFFF"/>
                </a:solidFill>
              </a:rPr>
              <a:t>И наоборот: потрясающая</a:t>
            </a:r>
          </a:p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sz="1800" i="0">
                <a:solidFill>
                  <a:srgbClr val="FFFFFF"/>
                </a:solidFill>
                <a:latin typeface="Arial"/>
              </a:defRPr>
            </a:pPr>
            <a:r>
              <a:rPr>
                <a:solidFill>
                  <a:srgbClr val="FFFFFF"/>
                </a:solidFill>
              </a:rPr>
              <a:t>женщина — красивая, умная,</a:t>
            </a:r>
          </a:p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sz="1800" i="0">
                <a:solidFill>
                  <a:srgbClr val="FFFFFF"/>
                </a:solidFill>
                <a:latin typeface="Arial"/>
              </a:defRPr>
            </a:pPr>
            <a:r>
              <a:rPr>
                <a:solidFill>
                  <a:srgbClr val="FFFFFF"/>
                </a:solidFill>
              </a:rPr>
              <a:t>успешная — а отношения с</a:t>
            </a:r>
          </a:p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sz="1800" i="0">
                <a:solidFill>
                  <a:srgbClr val="FFFFFF"/>
                </a:solidFill>
                <a:latin typeface="Arial"/>
              </a:defRPr>
            </a:pPr>
            <a:r>
              <a:rPr>
                <a:solidFill>
                  <a:srgbClr val="FFFFFF"/>
                </a:solidFill>
              </a:rPr>
              <a:t>мужчинами почему-то</a:t>
            </a:r>
          </a:p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sz="1800" i="0">
                <a:solidFill>
                  <a:srgbClr val="FFFFFF"/>
                </a:solidFill>
                <a:latin typeface="Arial"/>
              </a:defRPr>
            </a:pPr>
            <a:r>
              <a:rPr>
                <a:solidFill>
                  <a:srgbClr val="FFFFFF"/>
                </a:solidFill>
              </a:rPr>
              <a:t>постоянно заканчиваются</a:t>
            </a:r>
          </a:p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sz="1800" i="0">
                <a:solidFill>
                  <a:srgbClr val="FFFFFF"/>
                </a:solidFill>
                <a:latin typeface="Arial"/>
              </a:defRPr>
            </a:pPr>
            <a:r>
              <a:rPr>
                <a:solidFill>
                  <a:srgbClr val="FFFFFF"/>
                </a:solidFill>
              </a:rPr>
              <a:t>одним и тем же: сначала</a:t>
            </a:r>
          </a:p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sz="1800" i="0">
                <a:solidFill>
                  <a:srgbClr val="FFFFFF"/>
                </a:solidFill>
                <a:latin typeface="Arial"/>
              </a:defRPr>
            </a:pPr>
            <a:r>
              <a:rPr>
                <a:solidFill>
                  <a:srgbClr val="FFFFFF"/>
                </a:solidFill>
              </a:rPr>
              <a:t>интерес,</a:t>
            </a:r>
          </a:p>
        </p:txBody>
      </p:sp>
      <p:sp>
        <p:nvSpPr>
          <p:cNvPr id="6" name="Quote"/>
          <p:cNvSpPr/>
          <p:nvPr/>
        </p:nvSpPr>
        <p:spPr>
          <a:xfrm>
            <a:off x="4121150" y="4092448"/>
            <a:ext cx="3827780" cy="1180592"/>
          </a:xfrm>
          <a:prstGeom prst="rect">
            <a:avLst/>
          </a:prstGeom>
          <a:solidFill>
            <a:srgbClr val="1A1A1A"/>
          </a:solidFill>
          <a:ln w="635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0" y="4232148"/>
            <a:ext cx="3840480" cy="913891"/>
          </a:xfrm>
          <a:prstGeom prst="rect">
            <a:avLst/>
          </a:prstGeom>
          <a:noFill/>
        </p:spPr>
        <p:txBody>
          <a:bodyPr wrap="none" lIns="177800" rIns="177800" tIns="0" bIns="0">
            <a:spAutoFit/>
          </a:bodyPr>
          <a:lstStyle/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sz="1800" i="1">
                <a:solidFill>
                  <a:srgbClr val="D4AF37"/>
                </a:solidFill>
                <a:latin typeface="Georgia"/>
              </a:defRPr>
            </a:pPr>
            <a:r>
              <a:rPr>
                <a:solidFill>
                  <a:srgbClr val="D4AF37"/>
                </a:solidFill>
              </a:rPr>
              <a:t>Потому что «хорошая</a:t>
            </a:r>
          </a:p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sz="1800" i="1">
                <a:solidFill>
                  <a:srgbClr val="D4AF37"/>
                </a:solidFill>
                <a:latin typeface="Georgia"/>
              </a:defRPr>
            </a:pPr>
            <a:r>
              <a:rPr>
                <a:solidFill>
                  <a:srgbClr val="D4AF37"/>
                </a:solidFill>
              </a:rPr>
              <a:t>женщина» и «незабываемая</a:t>
            </a:r>
          </a:p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sz="1800" i="1">
                <a:solidFill>
                  <a:srgbClr val="D4AF37"/>
                </a:solidFill>
                <a:latin typeface="Georgia"/>
              </a:defRPr>
            </a:pPr>
            <a:r>
              <a:rPr>
                <a:solidFill>
                  <a:srgbClr val="D4AF37"/>
                </a:solidFill>
              </a:rPr>
              <a:t>женщина» — не одно и то же.</a:t>
            </a:r>
          </a:p>
        </p:txBody>
      </p:sp>
      <p:sp>
        <p:nvSpPr>
          <p:cNvPr id="8" name="Bottom page-number mask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0" y="355600"/>
            <a:ext cx="7315200" cy="1071372"/>
          </a:xfrm>
          <a:prstGeom prst="rect">
            <a:avLst/>
          </a:prstGeom>
          <a:noFill/>
        </p:spPr>
        <p:txBody>
          <a:bodyPr wrap="none" lIns="25400" rIns="25400" tIns="0" bIns="0">
            <a:spAutoFit/>
          </a:bodyPr>
          <a:lstStyle/>
          <a:p>
            <a:pPr>
              <a:lnSpc>
                <a:spcPts val="3968"/>
              </a:lnSpc>
              <a:spcBef>
                <a:spcPts val="0"/>
              </a:spcBef>
              <a:spcAft>
                <a:spcPts val="0"/>
              </a:spcAft>
              <a:defRPr sz="3200" i="0">
                <a:solidFill>
                  <a:srgbClr val="D4AF37"/>
                </a:solidFill>
                <a:latin typeface="Georgia"/>
              </a:defRPr>
            </a:pPr>
            <a:r>
              <a:rPr>
                <a:solidFill>
                  <a:srgbClr val="D4AF37"/>
                </a:solidFill>
              </a:rPr>
              <a:t>Мужчина запоминает</a:t>
            </a:r>
          </a:p>
          <a:p>
            <a:pPr>
              <a:lnSpc>
                <a:spcPts val="3968"/>
              </a:lnSpc>
              <a:spcBef>
                <a:spcPts val="0"/>
              </a:spcBef>
              <a:spcAft>
                <a:spcPts val="0"/>
              </a:spcAft>
              <a:defRPr sz="3200" i="0">
                <a:solidFill>
                  <a:srgbClr val="D4AF37"/>
                </a:solidFill>
                <a:latin typeface="Georgia"/>
              </a:defRPr>
            </a:pPr>
            <a:r>
              <a:rPr>
                <a:solidFill>
                  <a:srgbClr val="D4AF37"/>
                </a:solidFill>
              </a:rPr>
              <a:t>не только вас</a:t>
            </a:r>
          </a:p>
        </p:txBody>
      </p:sp>
      <p:pic>
        <p:nvPicPr>
          <p:cNvPr id="3" name="Embedded stock photo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0" y="1371600"/>
            <a:ext cx="3200400" cy="4572000"/>
          </a:xfrm>
          <a:prstGeom prst="rect">
            <a:avLst/>
          </a:prstGeom>
        </p:spPr>
      </p:pic>
      <p:sp>
        <p:nvSpPr>
          <p:cNvPr id="4" name="Teaching card"/>
          <p:cNvSpPr/>
          <p:nvPr/>
        </p:nvSpPr>
        <p:spPr>
          <a:xfrm>
            <a:off x="4121150" y="1651000"/>
            <a:ext cx="3827780" cy="897128"/>
          </a:xfrm>
          <a:prstGeom prst="rect">
            <a:avLst/>
          </a:prstGeom>
          <a:solidFill>
            <a:srgbClr val="282828"/>
          </a:solidFill>
          <a:ln w="635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0" y="1790700"/>
            <a:ext cx="3840480" cy="630428"/>
          </a:xfrm>
          <a:prstGeom prst="rect">
            <a:avLst/>
          </a:prstGeom>
          <a:noFill/>
        </p:spPr>
        <p:txBody>
          <a:bodyPr wrap="none" lIns="177800" rIns="177800" tIns="0" bIns="0">
            <a:spAutoFit/>
          </a:bodyPr>
          <a:lstStyle/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sz="1800" i="0">
                <a:solidFill>
                  <a:srgbClr val="FFFFFF"/>
                </a:solidFill>
                <a:latin typeface="Arial"/>
              </a:defRPr>
            </a:pPr>
            <a:r>
              <a:rPr>
                <a:solidFill>
                  <a:srgbClr val="FFFFFF"/>
                </a:solidFill>
              </a:rPr>
              <a:t>Он запоминает себя рядом с</a:t>
            </a:r>
          </a:p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sz="1800" i="0">
                <a:solidFill>
                  <a:srgbClr val="FFFFFF"/>
                </a:solidFill>
                <a:latin typeface="Arial"/>
              </a:defRPr>
            </a:pPr>
            <a:r>
              <a:rPr>
                <a:solidFill>
                  <a:srgbClr val="FFFFFF"/>
                </a:solidFill>
              </a:rPr>
              <a:t>вами.</a:t>
            </a:r>
          </a:p>
        </p:txBody>
      </p:sp>
      <p:sp>
        <p:nvSpPr>
          <p:cNvPr id="6" name="Teaching card"/>
          <p:cNvSpPr/>
          <p:nvPr/>
        </p:nvSpPr>
        <p:spPr>
          <a:xfrm>
            <a:off x="4121150" y="2675128"/>
            <a:ext cx="3827780" cy="897128"/>
          </a:xfrm>
          <a:prstGeom prst="rect">
            <a:avLst/>
          </a:prstGeom>
          <a:solidFill>
            <a:srgbClr val="282828"/>
          </a:solidFill>
          <a:ln w="635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0" y="2814828"/>
            <a:ext cx="3840480" cy="630428"/>
          </a:xfrm>
          <a:prstGeom prst="rect">
            <a:avLst/>
          </a:prstGeom>
          <a:noFill/>
        </p:spPr>
        <p:txBody>
          <a:bodyPr wrap="none" lIns="177800" rIns="177800" tIns="0" bIns="0">
            <a:spAutoFit/>
          </a:bodyPr>
          <a:lstStyle/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sz="1800" i="0">
                <a:solidFill>
                  <a:srgbClr val="FFFFFF"/>
                </a:solidFill>
                <a:latin typeface="Arial"/>
              </a:defRPr>
            </a:pPr>
            <a:r>
              <a:rPr>
                <a:solidFill>
                  <a:srgbClr val="FFFFFF"/>
                </a:solidFill>
              </a:rPr>
              <a:t>И это одна из главных мыслей</a:t>
            </a:r>
          </a:p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sz="1800" i="0">
                <a:solidFill>
                  <a:srgbClr val="FFFFFF"/>
                </a:solidFill>
                <a:latin typeface="Arial"/>
              </a:defRPr>
            </a:pPr>
            <a:r>
              <a:rPr>
                <a:solidFill>
                  <a:srgbClr val="FFFFFF"/>
                </a:solidFill>
              </a:rPr>
              <a:t>всей программы.</a:t>
            </a:r>
          </a:p>
        </p:txBody>
      </p:sp>
      <p:sp>
        <p:nvSpPr>
          <p:cNvPr id="8" name="Teaching card"/>
          <p:cNvSpPr/>
          <p:nvPr/>
        </p:nvSpPr>
        <p:spPr>
          <a:xfrm>
            <a:off x="4121150" y="3699255"/>
            <a:ext cx="3827780" cy="1180592"/>
          </a:xfrm>
          <a:prstGeom prst="rect">
            <a:avLst/>
          </a:prstGeom>
          <a:solidFill>
            <a:srgbClr val="282828"/>
          </a:solidFill>
          <a:ln w="635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0" y="3838955"/>
            <a:ext cx="3840480" cy="913891"/>
          </a:xfrm>
          <a:prstGeom prst="rect">
            <a:avLst/>
          </a:prstGeom>
          <a:noFill/>
        </p:spPr>
        <p:txBody>
          <a:bodyPr wrap="none" lIns="177800" rIns="177800" tIns="0" bIns="0">
            <a:spAutoFit/>
          </a:bodyPr>
          <a:lstStyle/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sz="1800" i="0">
                <a:solidFill>
                  <a:srgbClr val="FFFFFF"/>
                </a:solidFill>
                <a:latin typeface="Arial"/>
              </a:defRPr>
            </a:pPr>
            <a:r>
              <a:rPr>
                <a:solidFill>
                  <a:srgbClr val="FFFFFF"/>
                </a:solidFill>
              </a:rPr>
              <a:t>Через несколько лет мужчина</a:t>
            </a:r>
          </a:p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sz="1800" i="0">
                <a:solidFill>
                  <a:srgbClr val="FFFFFF"/>
                </a:solidFill>
                <a:latin typeface="Arial"/>
              </a:defRPr>
            </a:pPr>
            <a:r>
              <a:rPr>
                <a:solidFill>
                  <a:srgbClr val="FFFFFF"/>
                </a:solidFill>
              </a:rPr>
              <a:t>может забыть, в каком платье</a:t>
            </a:r>
          </a:p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sz="1800" i="0">
                <a:solidFill>
                  <a:srgbClr val="FFFFFF"/>
                </a:solidFill>
                <a:latin typeface="Arial"/>
              </a:defRPr>
            </a:pPr>
            <a:r>
              <a:rPr>
                <a:solidFill>
                  <a:srgbClr val="FFFFFF"/>
                </a:solidFill>
              </a:rPr>
              <a:t>вы пришли на свидание.</a:t>
            </a:r>
          </a:p>
        </p:txBody>
      </p:sp>
      <p:sp>
        <p:nvSpPr>
          <p:cNvPr id="10" name="Bottom page-number mask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0" y="355600"/>
            <a:ext cx="7315200" cy="1071372"/>
          </a:xfrm>
          <a:prstGeom prst="rect">
            <a:avLst/>
          </a:prstGeom>
          <a:noFill/>
        </p:spPr>
        <p:txBody>
          <a:bodyPr wrap="none" lIns="25400" rIns="25400" tIns="0" bIns="0">
            <a:spAutoFit/>
          </a:bodyPr>
          <a:lstStyle/>
          <a:p>
            <a:pPr>
              <a:lnSpc>
                <a:spcPts val="3968"/>
              </a:lnSpc>
              <a:spcBef>
                <a:spcPts val="0"/>
              </a:spcBef>
              <a:spcAft>
                <a:spcPts val="0"/>
              </a:spcAft>
              <a:defRPr sz="3200" i="0">
                <a:solidFill>
                  <a:srgbClr val="D4AF37"/>
                </a:solidFill>
                <a:latin typeface="Georgia"/>
              </a:defRPr>
            </a:pPr>
            <a:r>
              <a:rPr>
                <a:solidFill>
                  <a:srgbClr val="D4AF37"/>
                </a:solidFill>
              </a:rPr>
              <a:t>Мужчина запоминает</a:t>
            </a:r>
          </a:p>
          <a:p>
            <a:pPr>
              <a:lnSpc>
                <a:spcPts val="3968"/>
              </a:lnSpc>
              <a:spcBef>
                <a:spcPts val="0"/>
              </a:spcBef>
              <a:spcAft>
                <a:spcPts val="0"/>
              </a:spcAft>
              <a:defRPr sz="3200" i="0">
                <a:solidFill>
                  <a:srgbClr val="D4AF37"/>
                </a:solidFill>
                <a:latin typeface="Georgia"/>
              </a:defRPr>
            </a:pPr>
            <a:r>
              <a:rPr>
                <a:solidFill>
                  <a:srgbClr val="D4AF37"/>
                </a:solidFill>
              </a:rPr>
              <a:t>не только вас</a:t>
            </a:r>
          </a:p>
        </p:txBody>
      </p:sp>
      <p:pic>
        <p:nvPicPr>
          <p:cNvPr id="3" name="Embedded stock photo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0" y="1371600"/>
            <a:ext cx="3200400" cy="4572000"/>
          </a:xfrm>
          <a:prstGeom prst="rect">
            <a:avLst/>
          </a:prstGeom>
        </p:spPr>
      </p:pic>
      <p:sp>
        <p:nvSpPr>
          <p:cNvPr id="4" name="Teaching card"/>
          <p:cNvSpPr/>
          <p:nvPr/>
        </p:nvSpPr>
        <p:spPr>
          <a:xfrm>
            <a:off x="4121150" y="1651000"/>
            <a:ext cx="3827780" cy="1180592"/>
          </a:xfrm>
          <a:prstGeom prst="rect">
            <a:avLst/>
          </a:prstGeom>
          <a:solidFill>
            <a:srgbClr val="282828"/>
          </a:solidFill>
          <a:ln w="635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0" y="1790700"/>
            <a:ext cx="3840480" cy="913891"/>
          </a:xfrm>
          <a:prstGeom prst="rect">
            <a:avLst/>
          </a:prstGeom>
          <a:noFill/>
        </p:spPr>
        <p:txBody>
          <a:bodyPr wrap="none" lIns="177800" rIns="177800" tIns="0" bIns="0">
            <a:spAutoFit/>
          </a:bodyPr>
          <a:lstStyle/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sz="1800" i="0">
                <a:solidFill>
                  <a:srgbClr val="FFFFFF"/>
                </a:solidFill>
                <a:latin typeface="Arial"/>
              </a:defRPr>
            </a:pPr>
            <a:r>
              <a:rPr>
                <a:solidFill>
                  <a:srgbClr val="FFFFFF"/>
                </a:solidFill>
              </a:rPr>
              <a:t>Он может забыть ресторан. Он</a:t>
            </a:r>
          </a:p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sz="1800" i="0">
                <a:solidFill>
                  <a:srgbClr val="FFFFFF"/>
                </a:solidFill>
                <a:latin typeface="Arial"/>
              </a:defRPr>
            </a:pPr>
            <a:r>
              <a:rPr>
                <a:solidFill>
                  <a:srgbClr val="FFFFFF"/>
                </a:solidFill>
              </a:rPr>
              <a:t>может даже забыть какие-то</a:t>
            </a:r>
          </a:p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sz="1800" i="0">
                <a:solidFill>
                  <a:srgbClr val="FFFFFF"/>
                </a:solidFill>
                <a:latin typeface="Arial"/>
              </a:defRPr>
            </a:pPr>
            <a:r>
              <a:rPr>
                <a:solidFill>
                  <a:srgbClr val="FFFFFF"/>
                </a:solidFill>
              </a:rPr>
              <a:t>ваши слова.</a:t>
            </a:r>
          </a:p>
        </p:txBody>
      </p:sp>
      <p:sp>
        <p:nvSpPr>
          <p:cNvPr id="6" name="Teaching card"/>
          <p:cNvSpPr/>
          <p:nvPr/>
        </p:nvSpPr>
        <p:spPr>
          <a:xfrm>
            <a:off x="4121150" y="2958592"/>
            <a:ext cx="3827780" cy="1180592"/>
          </a:xfrm>
          <a:prstGeom prst="rect">
            <a:avLst/>
          </a:prstGeom>
          <a:solidFill>
            <a:srgbClr val="282828"/>
          </a:solidFill>
          <a:ln w="635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0" y="3098292"/>
            <a:ext cx="3840480" cy="913891"/>
          </a:xfrm>
          <a:prstGeom prst="rect">
            <a:avLst/>
          </a:prstGeom>
          <a:noFill/>
        </p:spPr>
        <p:txBody>
          <a:bodyPr wrap="none" lIns="177800" rIns="177800" tIns="0" bIns="0">
            <a:spAutoFit/>
          </a:bodyPr>
          <a:lstStyle/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sz="1800" i="0">
                <a:solidFill>
                  <a:srgbClr val="FFFFFF"/>
                </a:solidFill>
                <a:latin typeface="Arial"/>
              </a:defRPr>
            </a:pPr>
            <a:r>
              <a:rPr>
                <a:solidFill>
                  <a:srgbClr val="FFFFFF"/>
                </a:solidFill>
              </a:rPr>
              <a:t>Но он гораздо дольше способен</a:t>
            </a:r>
          </a:p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sz="1800" i="0">
                <a:solidFill>
                  <a:srgbClr val="FFFFFF"/>
                </a:solidFill>
                <a:latin typeface="Arial"/>
              </a:defRPr>
            </a:pPr>
            <a:r>
              <a:rPr>
                <a:solidFill>
                  <a:srgbClr val="FFFFFF"/>
                </a:solidFill>
              </a:rPr>
              <a:t>помнить: как ему было рядом с</a:t>
            </a:r>
          </a:p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sz="1800" i="0">
                <a:solidFill>
                  <a:srgbClr val="FFFFFF"/>
                </a:solidFill>
                <a:latin typeface="Arial"/>
              </a:defRPr>
            </a:pPr>
            <a:r>
              <a:rPr>
                <a:solidFill>
                  <a:srgbClr val="FFFFFF"/>
                </a:solidFill>
              </a:rPr>
              <a:t>вами.</a:t>
            </a:r>
          </a:p>
        </p:txBody>
      </p:sp>
      <p:sp>
        <p:nvSpPr>
          <p:cNvPr id="8" name="Bottom page-number mask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0" y="355600"/>
            <a:ext cx="7315200" cy="567436"/>
          </a:xfrm>
          <a:prstGeom prst="rect">
            <a:avLst/>
          </a:prstGeom>
          <a:noFill/>
        </p:spPr>
        <p:txBody>
          <a:bodyPr wrap="none" lIns="25400" rIns="25400" tIns="0" bIns="0">
            <a:spAutoFit/>
          </a:bodyPr>
          <a:lstStyle/>
          <a:p>
            <a:pPr>
              <a:lnSpc>
                <a:spcPts val="3968"/>
              </a:lnSpc>
              <a:spcBef>
                <a:spcPts val="0"/>
              </a:spcBef>
              <a:spcAft>
                <a:spcPts val="0"/>
              </a:spcAft>
              <a:defRPr sz="3200" i="0">
                <a:solidFill>
                  <a:srgbClr val="D4AF37"/>
                </a:solidFill>
                <a:latin typeface="Georgia"/>
              </a:defRPr>
            </a:pPr>
            <a:r>
              <a:rPr>
                <a:solidFill>
                  <a:srgbClr val="D4AF37"/>
                </a:solidFill>
              </a:rPr>
              <a:t>Каким он себя чувствовал.</a:t>
            </a:r>
          </a:p>
        </p:txBody>
      </p:sp>
      <p:pic>
        <p:nvPicPr>
          <p:cNvPr id="3" name="Embedded stock photo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0" y="1371600"/>
            <a:ext cx="3200400" cy="4572000"/>
          </a:xfrm>
          <a:prstGeom prst="rect">
            <a:avLst/>
          </a:prstGeom>
        </p:spPr>
      </p:pic>
      <p:sp>
        <p:nvSpPr>
          <p:cNvPr id="4" name="Teaching card"/>
          <p:cNvSpPr/>
          <p:nvPr/>
        </p:nvSpPr>
        <p:spPr>
          <a:xfrm>
            <a:off x="4121150" y="1651000"/>
            <a:ext cx="3827780" cy="897128"/>
          </a:xfrm>
          <a:prstGeom prst="rect">
            <a:avLst/>
          </a:prstGeom>
          <a:solidFill>
            <a:srgbClr val="282828"/>
          </a:solidFill>
          <a:ln w="635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0" y="1790700"/>
            <a:ext cx="3840480" cy="630428"/>
          </a:xfrm>
          <a:prstGeom prst="rect">
            <a:avLst/>
          </a:prstGeom>
          <a:noFill/>
        </p:spPr>
        <p:txBody>
          <a:bodyPr wrap="none" lIns="177800" rIns="177800" tIns="0" bIns="0">
            <a:spAutoFit/>
          </a:bodyPr>
          <a:lstStyle/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sz="1800" i="0">
                <a:solidFill>
                  <a:srgbClr val="FFFFFF"/>
                </a:solidFill>
                <a:latin typeface="Arial"/>
              </a:defRPr>
            </a:pPr>
            <a:r>
              <a:rPr>
                <a:solidFill>
                  <a:srgbClr val="FFFFFF"/>
                </a:solidFill>
              </a:rPr>
              <a:t>Каким он себя чувствовал.</a:t>
            </a:r>
          </a:p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sz="1800" i="0">
                <a:solidFill>
                  <a:srgbClr val="FFFFFF"/>
                </a:solidFill>
                <a:latin typeface="Arial"/>
              </a:defRPr>
            </a:pPr>
            <a:r>
              <a:rPr>
                <a:solidFill>
                  <a:srgbClr val="FFFFFF"/>
                </a:solidFill>
              </a:rPr>
              <a:t>Было ли ему легко? Интересно?</a:t>
            </a:r>
          </a:p>
        </p:txBody>
      </p:sp>
      <p:sp>
        <p:nvSpPr>
          <p:cNvPr id="6" name="Teaching card"/>
          <p:cNvSpPr/>
          <p:nvPr/>
        </p:nvSpPr>
        <p:spPr>
          <a:xfrm>
            <a:off x="4121150" y="2675128"/>
            <a:ext cx="3827780" cy="1180592"/>
          </a:xfrm>
          <a:prstGeom prst="rect">
            <a:avLst/>
          </a:prstGeom>
          <a:solidFill>
            <a:srgbClr val="282828"/>
          </a:solidFill>
          <a:ln w="635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0" y="2814828"/>
            <a:ext cx="3840480" cy="913891"/>
          </a:xfrm>
          <a:prstGeom prst="rect">
            <a:avLst/>
          </a:prstGeom>
          <a:noFill/>
        </p:spPr>
        <p:txBody>
          <a:bodyPr wrap="none" lIns="177800" rIns="177800" tIns="0" bIns="0">
            <a:spAutoFit/>
          </a:bodyPr>
          <a:lstStyle/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sz="1800" i="0">
                <a:solidFill>
                  <a:srgbClr val="FFFFFF"/>
                </a:solidFill>
                <a:latin typeface="Arial"/>
              </a:defRPr>
            </a:pPr>
            <a:r>
              <a:rPr>
                <a:solidFill>
                  <a:srgbClr val="FFFFFF"/>
                </a:solidFill>
              </a:rPr>
              <a:t>Хотелось ли ему становиться</a:t>
            </a:r>
          </a:p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sz="1800" i="0">
                <a:solidFill>
                  <a:srgbClr val="FFFFFF"/>
                </a:solidFill>
                <a:latin typeface="Arial"/>
              </a:defRPr>
            </a:pPr>
            <a:r>
              <a:rPr>
                <a:solidFill>
                  <a:srgbClr val="FFFFFF"/>
                </a:solidFill>
              </a:rPr>
              <a:t>сильнее? Чувствовал ли он</a:t>
            </a:r>
          </a:p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sz="1800" i="0">
                <a:solidFill>
                  <a:srgbClr val="FFFFFF"/>
                </a:solidFill>
                <a:latin typeface="Arial"/>
              </a:defRPr>
            </a:pPr>
            <a:r>
              <a:rPr>
                <a:solidFill>
                  <a:srgbClr val="FFFFFF"/>
                </a:solidFill>
              </a:rPr>
              <a:t>себя мужчиной?</a:t>
            </a:r>
          </a:p>
        </p:txBody>
      </p:sp>
      <p:sp>
        <p:nvSpPr>
          <p:cNvPr id="8" name="Teaching card"/>
          <p:cNvSpPr/>
          <p:nvPr/>
        </p:nvSpPr>
        <p:spPr>
          <a:xfrm>
            <a:off x="4121150" y="3982720"/>
            <a:ext cx="3827780" cy="897128"/>
          </a:xfrm>
          <a:prstGeom prst="rect">
            <a:avLst/>
          </a:prstGeom>
          <a:solidFill>
            <a:srgbClr val="282828"/>
          </a:solidFill>
          <a:ln w="635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0" y="4122420"/>
            <a:ext cx="3840480" cy="630428"/>
          </a:xfrm>
          <a:prstGeom prst="rect">
            <a:avLst/>
          </a:prstGeom>
          <a:noFill/>
        </p:spPr>
        <p:txBody>
          <a:bodyPr wrap="none" lIns="177800" rIns="177800" tIns="0" bIns="0">
            <a:spAutoFit/>
          </a:bodyPr>
          <a:lstStyle/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sz="1800" i="0">
                <a:solidFill>
                  <a:srgbClr val="FFFFFF"/>
                </a:solidFill>
                <a:latin typeface="Arial"/>
              </a:defRPr>
            </a:pPr>
            <a:r>
              <a:rPr>
                <a:solidFill>
                  <a:srgbClr val="FFFFFF"/>
                </a:solidFill>
              </a:rPr>
              <a:t>Смеялся ли? Удивлялся?</a:t>
            </a:r>
          </a:p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sz="1800" i="0">
                <a:solidFill>
                  <a:srgbClr val="FFFFFF"/>
                </a:solidFill>
                <a:latin typeface="Arial"/>
              </a:defRPr>
            </a:pPr>
            <a:r>
              <a:rPr>
                <a:solidFill>
                  <a:srgbClr val="FFFFFF"/>
                </a:solidFill>
              </a:rPr>
              <a:t>Восхищался?</a:t>
            </a:r>
          </a:p>
        </p:txBody>
      </p:sp>
      <p:sp>
        <p:nvSpPr>
          <p:cNvPr id="10" name="Bottom page-number mask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0" y="355600"/>
            <a:ext cx="7315200" cy="567436"/>
          </a:xfrm>
          <a:prstGeom prst="rect">
            <a:avLst/>
          </a:prstGeom>
          <a:noFill/>
        </p:spPr>
        <p:txBody>
          <a:bodyPr wrap="none" lIns="25400" rIns="25400" tIns="0" bIns="0">
            <a:spAutoFit/>
          </a:bodyPr>
          <a:lstStyle/>
          <a:p>
            <a:pPr>
              <a:lnSpc>
                <a:spcPts val="3968"/>
              </a:lnSpc>
              <a:spcBef>
                <a:spcPts val="0"/>
              </a:spcBef>
              <a:spcAft>
                <a:spcPts val="0"/>
              </a:spcAft>
              <a:defRPr sz="3200" i="0">
                <a:solidFill>
                  <a:srgbClr val="D4AF37"/>
                </a:solidFill>
                <a:latin typeface="Georgia"/>
              </a:defRPr>
            </a:pPr>
            <a:r>
              <a:rPr>
                <a:solidFill>
                  <a:srgbClr val="D4AF37"/>
                </a:solidFill>
              </a:rPr>
              <a:t>Научиться оставлять следы.</a:t>
            </a:r>
          </a:p>
        </p:txBody>
      </p:sp>
      <p:pic>
        <p:nvPicPr>
          <p:cNvPr id="3" name="Embedded stock photo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0" y="1371600"/>
            <a:ext cx="3200400" cy="4572000"/>
          </a:xfrm>
          <a:prstGeom prst="rect">
            <a:avLst/>
          </a:prstGeom>
        </p:spPr>
      </p:pic>
      <p:sp>
        <p:nvSpPr>
          <p:cNvPr id="4" name="Teaching card"/>
          <p:cNvSpPr/>
          <p:nvPr/>
        </p:nvSpPr>
        <p:spPr>
          <a:xfrm>
            <a:off x="4121150" y="1651000"/>
            <a:ext cx="3827780" cy="1180592"/>
          </a:xfrm>
          <a:prstGeom prst="rect">
            <a:avLst/>
          </a:prstGeom>
          <a:solidFill>
            <a:srgbClr val="282828"/>
          </a:solidFill>
          <a:ln w="635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0" y="1790700"/>
            <a:ext cx="3840480" cy="913891"/>
          </a:xfrm>
          <a:prstGeom prst="rect">
            <a:avLst/>
          </a:prstGeom>
          <a:noFill/>
        </p:spPr>
        <p:txBody>
          <a:bodyPr wrap="none" lIns="177800" rIns="177800" tIns="0" bIns="0">
            <a:spAutoFit/>
          </a:bodyPr>
          <a:lstStyle/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sz="1800" i="0">
                <a:solidFill>
                  <a:srgbClr val="FFFFFF"/>
                </a:solidFill>
                <a:latin typeface="Arial"/>
              </a:defRPr>
            </a:pPr>
            <a:r>
              <a:rPr>
                <a:solidFill>
                  <a:srgbClr val="FFFFFF"/>
                </a:solidFill>
              </a:rPr>
              <a:t>И поэтому наша задача — не</a:t>
            </a:r>
          </a:p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sz="1800" i="0">
                <a:solidFill>
                  <a:srgbClr val="FFFFFF"/>
                </a:solidFill>
                <a:latin typeface="Arial"/>
              </a:defRPr>
            </a:pPr>
            <a:r>
              <a:rPr>
                <a:solidFill>
                  <a:srgbClr val="FFFFFF"/>
                </a:solidFill>
              </a:rPr>
              <a:t>научиться «правильно вести</a:t>
            </a:r>
          </a:p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sz="1800" i="0">
                <a:solidFill>
                  <a:srgbClr val="FFFFFF"/>
                </a:solidFill>
                <a:latin typeface="Arial"/>
              </a:defRPr>
            </a:pPr>
            <a:r>
              <a:rPr>
                <a:solidFill>
                  <a:srgbClr val="FFFFFF"/>
                </a:solidFill>
              </a:rPr>
              <a:t>себя с мужчиной».</a:t>
            </a:r>
          </a:p>
        </p:txBody>
      </p:sp>
      <p:sp>
        <p:nvSpPr>
          <p:cNvPr id="6" name="Teaching card"/>
          <p:cNvSpPr/>
          <p:nvPr/>
        </p:nvSpPr>
        <p:spPr>
          <a:xfrm>
            <a:off x="4121150" y="2958592"/>
            <a:ext cx="3827780" cy="1180592"/>
          </a:xfrm>
          <a:prstGeom prst="rect">
            <a:avLst/>
          </a:prstGeom>
          <a:solidFill>
            <a:srgbClr val="282828"/>
          </a:solidFill>
          <a:ln w="635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0" y="3098292"/>
            <a:ext cx="3840480" cy="913891"/>
          </a:xfrm>
          <a:prstGeom prst="rect">
            <a:avLst/>
          </a:prstGeom>
          <a:noFill/>
        </p:spPr>
        <p:txBody>
          <a:bodyPr wrap="none" lIns="177800" rIns="177800" tIns="0" bIns="0">
            <a:spAutoFit/>
          </a:bodyPr>
          <a:lstStyle/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sz="1800" i="0">
                <a:solidFill>
                  <a:srgbClr val="FFFFFF"/>
                </a:solidFill>
                <a:latin typeface="Arial"/>
              </a:defRPr>
            </a:pPr>
            <a:r>
              <a:rPr>
                <a:solidFill>
                  <a:srgbClr val="FFFFFF"/>
                </a:solidFill>
              </a:rPr>
              <a:t>Наша задача гораздо</a:t>
            </a:r>
          </a:p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sz="1800" i="0">
                <a:solidFill>
                  <a:srgbClr val="FFFFFF"/>
                </a:solidFill>
                <a:latin typeface="Arial"/>
              </a:defRPr>
            </a:pPr>
            <a:r>
              <a:rPr>
                <a:solidFill>
                  <a:srgbClr val="FFFFFF"/>
                </a:solidFill>
              </a:rPr>
              <a:t>интереснее. Научиться</a:t>
            </a:r>
          </a:p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sz="1800" i="0">
                <a:solidFill>
                  <a:srgbClr val="FFFFFF"/>
                </a:solidFill>
                <a:latin typeface="Arial"/>
              </a:defRPr>
            </a:pPr>
            <a:r>
              <a:rPr>
                <a:solidFill>
                  <a:srgbClr val="FFFFFF"/>
                </a:solidFill>
              </a:rPr>
              <a:t>оставлять </a:t>
            </a:r>
            <a:r>
              <a:rPr>
                <a:solidFill>
                  <a:srgbClr val="D4AF37"/>
                </a:solidFill>
              </a:rPr>
              <a:t>следы</a:t>
            </a:r>
            <a:r>
              <a:rPr>
                <a:solidFill>
                  <a:srgbClr val="FFFFFF"/>
                </a:solidFill>
              </a:rPr>
              <a:t>.</a:t>
            </a:r>
          </a:p>
        </p:txBody>
      </p:sp>
      <p:sp>
        <p:nvSpPr>
          <p:cNvPr id="8" name="Bottom page-number mask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0" y="355600"/>
            <a:ext cx="7315200" cy="1071372"/>
          </a:xfrm>
          <a:prstGeom prst="rect">
            <a:avLst/>
          </a:prstGeom>
          <a:noFill/>
        </p:spPr>
        <p:txBody>
          <a:bodyPr wrap="none" lIns="25400" rIns="25400" tIns="0" bIns="0">
            <a:spAutoFit/>
          </a:bodyPr>
          <a:lstStyle/>
          <a:p>
            <a:pPr>
              <a:lnSpc>
                <a:spcPts val="3968"/>
              </a:lnSpc>
              <a:spcBef>
                <a:spcPts val="0"/>
              </a:spcBef>
              <a:spcAft>
                <a:spcPts val="0"/>
              </a:spcAft>
              <a:defRPr sz="3200" i="0">
                <a:solidFill>
                  <a:srgbClr val="D4AF37"/>
                </a:solidFill>
                <a:latin typeface="Georgia"/>
              </a:defRPr>
            </a:pPr>
            <a:r>
              <a:rPr>
                <a:solidFill>
                  <a:srgbClr val="D4AF37"/>
                </a:solidFill>
              </a:rPr>
              <a:t>Как возникает</a:t>
            </a:r>
          </a:p>
          <a:p>
            <a:pPr>
              <a:lnSpc>
                <a:spcPts val="3968"/>
              </a:lnSpc>
              <a:spcBef>
                <a:spcPts val="0"/>
              </a:spcBef>
              <a:spcAft>
                <a:spcPts val="0"/>
              </a:spcAft>
              <a:defRPr sz="3200" i="0">
                <a:solidFill>
                  <a:srgbClr val="D4AF37"/>
                </a:solidFill>
                <a:latin typeface="Georgia"/>
              </a:defRPr>
            </a:pPr>
            <a:r>
              <a:rPr>
                <a:solidFill>
                  <a:srgbClr val="D4AF37"/>
                </a:solidFill>
              </a:rPr>
              <a:t>незабываемость</a:t>
            </a:r>
          </a:p>
        </p:txBody>
      </p:sp>
      <p:pic>
        <p:nvPicPr>
          <p:cNvPr id="3" name="Embedded stock photo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0" y="1371600"/>
            <a:ext cx="3200400" cy="4572000"/>
          </a:xfrm>
          <a:prstGeom prst="rect">
            <a:avLst/>
          </a:prstGeom>
        </p:spPr>
      </p:pic>
      <p:sp>
        <p:nvSpPr>
          <p:cNvPr id="4" name="Teaching card"/>
          <p:cNvSpPr/>
          <p:nvPr/>
        </p:nvSpPr>
        <p:spPr>
          <a:xfrm>
            <a:off x="4121150" y="1651000"/>
            <a:ext cx="3827780" cy="1180592"/>
          </a:xfrm>
          <a:prstGeom prst="rect">
            <a:avLst/>
          </a:prstGeom>
          <a:solidFill>
            <a:srgbClr val="282828"/>
          </a:solidFill>
          <a:ln w="635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0" y="1790700"/>
            <a:ext cx="3840480" cy="913891"/>
          </a:xfrm>
          <a:prstGeom prst="rect">
            <a:avLst/>
          </a:prstGeom>
          <a:noFill/>
        </p:spPr>
        <p:txBody>
          <a:bodyPr wrap="none" lIns="177800" rIns="177800" tIns="0" bIns="0">
            <a:spAutoFit/>
          </a:bodyPr>
          <a:lstStyle/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sz="1800" i="0">
                <a:solidFill>
                  <a:srgbClr val="FFFFFF"/>
                </a:solidFill>
                <a:latin typeface="Arial"/>
              </a:defRPr>
            </a:pPr>
            <a:r>
              <a:rPr>
                <a:solidFill>
                  <a:srgbClr val="FFFFFF"/>
                </a:solidFill>
              </a:rPr>
              <a:t>Сразу же покажу вам нашу</a:t>
            </a:r>
          </a:p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sz="1800" i="0">
                <a:solidFill>
                  <a:srgbClr val="FFFFFF"/>
                </a:solidFill>
                <a:latin typeface="Arial"/>
              </a:defRPr>
            </a:pPr>
            <a:r>
              <a:rPr>
                <a:solidFill>
                  <a:srgbClr val="FFFFFF"/>
                </a:solidFill>
              </a:rPr>
              <a:t>главную формулу</a:t>
            </a:r>
          </a:p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sz="1800" i="0">
                <a:solidFill>
                  <a:srgbClr val="FFFFFF"/>
                </a:solidFill>
                <a:latin typeface="Arial"/>
              </a:defRPr>
            </a:pPr>
            <a:r>
              <a:rPr>
                <a:solidFill>
                  <a:srgbClr val="FFFFFF"/>
                </a:solidFill>
              </a:rPr>
              <a:t>незабываемости.</a:t>
            </a:r>
          </a:p>
        </p:txBody>
      </p:sp>
      <p:sp>
        <p:nvSpPr>
          <p:cNvPr id="6" name="Teaching card"/>
          <p:cNvSpPr/>
          <p:nvPr/>
        </p:nvSpPr>
        <p:spPr>
          <a:xfrm>
            <a:off x="4121150" y="2958592"/>
            <a:ext cx="3827780" cy="1464056"/>
          </a:xfrm>
          <a:prstGeom prst="rect">
            <a:avLst/>
          </a:prstGeom>
          <a:solidFill>
            <a:srgbClr val="282828"/>
          </a:solidFill>
          <a:ln w="635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0" y="3098292"/>
            <a:ext cx="3840480" cy="1197356"/>
          </a:xfrm>
          <a:prstGeom prst="rect">
            <a:avLst/>
          </a:prstGeom>
          <a:noFill/>
        </p:spPr>
        <p:txBody>
          <a:bodyPr wrap="none" lIns="177800" rIns="177800" tIns="0" bIns="0">
            <a:spAutoFit/>
          </a:bodyPr>
          <a:lstStyle/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sz="1800" i="0">
                <a:solidFill>
                  <a:srgbClr val="FFFFFF"/>
                </a:solidFill>
                <a:latin typeface="Arial"/>
              </a:defRPr>
            </a:pPr>
            <a:r>
              <a:rPr>
                <a:solidFill>
                  <a:srgbClr val="FFFFFF"/>
                </a:solidFill>
              </a:rPr>
              <a:t>ГРАНЬ →</a:t>
            </a:r>
          </a:p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sz="1800" i="0">
                <a:solidFill>
                  <a:srgbClr val="FFFFFF"/>
                </a:solidFill>
                <a:latin typeface="Arial"/>
              </a:defRPr>
            </a:pPr>
            <a:r>
              <a:rPr>
                <a:solidFill>
                  <a:srgbClr val="FFFFFF"/>
                </a:solidFill>
              </a:rPr>
              <a:t>СОПРИКОСНОВЕНИЕ → </a:t>
            </a:r>
            <a:r>
              <a:rPr>
                <a:solidFill>
                  <a:srgbClr val="D4AF37"/>
                </a:solidFill>
              </a:rPr>
              <a:t>СЛЕД</a:t>
            </a:r>
          </a:p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sz="1800" i="0">
                <a:solidFill>
                  <a:srgbClr val="FFFFFF"/>
                </a:solidFill>
                <a:latin typeface="Arial"/>
              </a:defRPr>
            </a:pPr>
            <a:r>
              <a:rPr>
                <a:solidFill>
                  <a:srgbClr val="FFFFFF"/>
                </a:solidFill>
              </a:rPr>
              <a:t>→ </a:t>
            </a:r>
            <a:r>
              <a:rPr>
                <a:solidFill>
                  <a:srgbClr val="D4AF37"/>
                </a:solidFill>
              </a:rPr>
              <a:t>ПАМЯТЬ</a:t>
            </a:r>
            <a:r>
              <a:rPr>
                <a:solidFill>
                  <a:srgbClr val="FFFFFF"/>
                </a:solidFill>
              </a:rPr>
              <a:t> →</a:t>
            </a:r>
          </a:p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sz="1800" i="0">
                <a:solidFill>
                  <a:srgbClr val="FFFFFF"/>
                </a:solidFill>
                <a:latin typeface="Arial"/>
              </a:defRPr>
            </a:pPr>
            <a:r>
              <a:rPr>
                <a:solidFill>
                  <a:srgbClr val="FFFFFF"/>
                </a:solidFill>
              </a:rPr>
              <a:t>НЕЗАБЫВАЕМОСТЬ</a:t>
            </a:r>
          </a:p>
        </p:txBody>
      </p:sp>
      <p:sp>
        <p:nvSpPr>
          <p:cNvPr id="8" name="Bottom page-number mask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0" y="355600"/>
            <a:ext cx="7315200" cy="1071372"/>
          </a:xfrm>
          <a:prstGeom prst="rect">
            <a:avLst/>
          </a:prstGeom>
          <a:noFill/>
        </p:spPr>
        <p:txBody>
          <a:bodyPr wrap="none" lIns="25400" rIns="25400" tIns="0" bIns="0">
            <a:spAutoFit/>
          </a:bodyPr>
          <a:lstStyle/>
          <a:p>
            <a:pPr>
              <a:lnSpc>
                <a:spcPts val="3968"/>
              </a:lnSpc>
              <a:spcBef>
                <a:spcPts val="0"/>
              </a:spcBef>
              <a:spcAft>
                <a:spcPts val="0"/>
              </a:spcAft>
              <a:defRPr sz="3200" i="0">
                <a:solidFill>
                  <a:srgbClr val="D4AF37"/>
                </a:solidFill>
                <a:latin typeface="Georgia"/>
              </a:defRPr>
            </a:pPr>
            <a:r>
              <a:rPr>
                <a:solidFill>
                  <a:srgbClr val="D4AF37"/>
                </a:solidFill>
              </a:rPr>
              <a:t>Как возникает</a:t>
            </a:r>
          </a:p>
          <a:p>
            <a:pPr>
              <a:lnSpc>
                <a:spcPts val="3968"/>
              </a:lnSpc>
              <a:spcBef>
                <a:spcPts val="0"/>
              </a:spcBef>
              <a:spcAft>
                <a:spcPts val="0"/>
              </a:spcAft>
              <a:defRPr sz="3200" i="0">
                <a:solidFill>
                  <a:srgbClr val="D4AF37"/>
                </a:solidFill>
                <a:latin typeface="Georgia"/>
              </a:defRPr>
            </a:pPr>
            <a:r>
              <a:rPr>
                <a:solidFill>
                  <a:srgbClr val="D4AF37"/>
                </a:solidFill>
              </a:rPr>
              <a:t>незабываемость</a:t>
            </a:r>
          </a:p>
        </p:txBody>
      </p:sp>
      <p:pic>
        <p:nvPicPr>
          <p:cNvPr id="3" name="Embedded stock photo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0" y="1371600"/>
            <a:ext cx="3200400" cy="4572000"/>
          </a:xfrm>
          <a:prstGeom prst="rect">
            <a:avLst/>
          </a:prstGeom>
        </p:spPr>
      </p:pic>
      <p:sp>
        <p:nvSpPr>
          <p:cNvPr id="4" name="Teaching card"/>
          <p:cNvSpPr/>
          <p:nvPr/>
        </p:nvSpPr>
        <p:spPr>
          <a:xfrm>
            <a:off x="4121150" y="1651000"/>
            <a:ext cx="3827780" cy="897128"/>
          </a:xfrm>
          <a:prstGeom prst="rect">
            <a:avLst/>
          </a:prstGeom>
          <a:solidFill>
            <a:srgbClr val="282828"/>
          </a:solidFill>
          <a:ln w="635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0" y="1790700"/>
            <a:ext cx="3840480" cy="630428"/>
          </a:xfrm>
          <a:prstGeom prst="rect">
            <a:avLst/>
          </a:prstGeom>
          <a:noFill/>
        </p:spPr>
        <p:txBody>
          <a:bodyPr wrap="none" lIns="177800" rIns="177800" tIns="0" bIns="0">
            <a:spAutoFit/>
          </a:bodyPr>
          <a:lstStyle/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sz="1800" i="0">
                <a:solidFill>
                  <a:srgbClr val="FFFFFF"/>
                </a:solidFill>
                <a:latin typeface="Arial"/>
              </a:defRPr>
            </a:pPr>
            <a:r>
              <a:rPr>
                <a:solidFill>
                  <a:srgbClr val="FFFFFF"/>
                </a:solidFill>
              </a:rPr>
              <a:t>У каждой женщины есть разные</a:t>
            </a:r>
          </a:p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sz="1800" i="0">
                <a:solidFill>
                  <a:srgbClr val="FFFFFF"/>
                </a:solidFill>
                <a:latin typeface="Arial"/>
              </a:defRPr>
            </a:pPr>
            <a:r>
              <a:rPr>
                <a:solidFill>
                  <a:srgbClr val="FFFFFF"/>
                </a:solidFill>
              </a:rPr>
              <a:t>грани.</a:t>
            </a:r>
          </a:p>
        </p:txBody>
      </p:sp>
      <p:sp>
        <p:nvSpPr>
          <p:cNvPr id="6" name="Teaching card"/>
          <p:cNvSpPr/>
          <p:nvPr/>
        </p:nvSpPr>
        <p:spPr>
          <a:xfrm>
            <a:off x="4121150" y="2675128"/>
            <a:ext cx="3827780" cy="1180592"/>
          </a:xfrm>
          <a:prstGeom prst="rect">
            <a:avLst/>
          </a:prstGeom>
          <a:solidFill>
            <a:srgbClr val="282828"/>
          </a:solidFill>
          <a:ln w="635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0" y="2814828"/>
            <a:ext cx="3840480" cy="913891"/>
          </a:xfrm>
          <a:prstGeom prst="rect">
            <a:avLst/>
          </a:prstGeom>
          <a:noFill/>
        </p:spPr>
        <p:txBody>
          <a:bodyPr wrap="none" lIns="177800" rIns="177800" tIns="0" bIns="0">
            <a:spAutoFit/>
          </a:bodyPr>
          <a:lstStyle/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sz="1800" i="0">
                <a:solidFill>
                  <a:srgbClr val="FFFFFF"/>
                </a:solidFill>
                <a:latin typeface="Arial"/>
              </a:defRPr>
            </a:pPr>
            <a:r>
              <a:rPr>
                <a:solidFill>
                  <a:srgbClr val="FFFFFF"/>
                </a:solidFill>
              </a:rPr>
              <a:t>И когда какая-то ваша грань</a:t>
            </a:r>
          </a:p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sz="1800" i="0">
                <a:solidFill>
                  <a:srgbClr val="FFFFFF"/>
                </a:solidFill>
                <a:latin typeface="Arial"/>
              </a:defRPr>
            </a:pPr>
            <a:r>
              <a:rPr>
                <a:solidFill>
                  <a:srgbClr val="FFFFFF"/>
                </a:solidFill>
              </a:rPr>
              <a:t>соприкасается с мужчиной, она</a:t>
            </a:r>
          </a:p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sz="1800" i="0">
                <a:solidFill>
                  <a:srgbClr val="FFFFFF"/>
                </a:solidFill>
                <a:latin typeface="Arial"/>
              </a:defRPr>
            </a:pPr>
            <a:r>
              <a:rPr>
                <a:solidFill>
                  <a:srgbClr val="FFFFFF"/>
                </a:solidFill>
              </a:rPr>
              <a:t>оставляет </a:t>
            </a:r>
            <a:r>
              <a:rPr>
                <a:solidFill>
                  <a:srgbClr val="D4AF37"/>
                </a:solidFill>
              </a:rPr>
              <a:t>след</a:t>
            </a:r>
            <a:r>
              <a:rPr>
                <a:solidFill>
                  <a:srgbClr val="FFFFFF"/>
                </a:solidFill>
              </a:rPr>
              <a:t>.</a:t>
            </a:r>
          </a:p>
        </p:txBody>
      </p:sp>
      <p:sp>
        <p:nvSpPr>
          <p:cNvPr id="8" name="Bottom page-number mask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0" y="355600"/>
            <a:ext cx="7315200" cy="1071372"/>
          </a:xfrm>
          <a:prstGeom prst="rect">
            <a:avLst/>
          </a:prstGeom>
          <a:noFill/>
        </p:spPr>
        <p:txBody>
          <a:bodyPr wrap="none" lIns="25400" rIns="25400" tIns="0" bIns="0">
            <a:spAutoFit/>
          </a:bodyPr>
          <a:lstStyle/>
          <a:p>
            <a:pPr>
              <a:lnSpc>
                <a:spcPts val="3968"/>
              </a:lnSpc>
              <a:spcBef>
                <a:spcPts val="0"/>
              </a:spcBef>
              <a:spcAft>
                <a:spcPts val="0"/>
              </a:spcAft>
              <a:defRPr sz="3200" i="0">
                <a:solidFill>
                  <a:srgbClr val="D4AF37"/>
                </a:solidFill>
                <a:latin typeface="Georgia"/>
              </a:defRPr>
            </a:pPr>
            <a:r>
              <a:rPr>
                <a:solidFill>
                  <a:srgbClr val="D4AF37"/>
                </a:solidFill>
              </a:rPr>
              <a:t>Встреча закончилась.</a:t>
            </a:r>
          </a:p>
          <a:p>
            <a:pPr>
              <a:lnSpc>
                <a:spcPts val="3968"/>
              </a:lnSpc>
              <a:spcBef>
                <a:spcPts val="0"/>
              </a:spcBef>
              <a:spcAft>
                <a:spcPts val="0"/>
              </a:spcAft>
              <a:defRPr sz="3200" i="0">
                <a:solidFill>
                  <a:srgbClr val="D4AF37"/>
                </a:solidFill>
                <a:latin typeface="Georgia"/>
              </a:defRPr>
            </a:pPr>
            <a:r>
              <a:rPr>
                <a:solidFill>
                  <a:srgbClr val="D4AF37"/>
                </a:solidFill>
              </a:rPr>
              <a:t>А лёгкость осталась.</a:t>
            </a:r>
          </a:p>
        </p:txBody>
      </p:sp>
      <p:pic>
        <p:nvPicPr>
          <p:cNvPr id="3" name="Embedded stock photo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0" y="1371600"/>
            <a:ext cx="3200400" cy="4572000"/>
          </a:xfrm>
          <a:prstGeom prst="rect">
            <a:avLst/>
          </a:prstGeom>
        </p:spPr>
      </p:pic>
      <p:sp>
        <p:nvSpPr>
          <p:cNvPr id="4" name="Teaching card"/>
          <p:cNvSpPr/>
          <p:nvPr/>
        </p:nvSpPr>
        <p:spPr>
          <a:xfrm>
            <a:off x="4121150" y="1651000"/>
            <a:ext cx="3827780" cy="1464056"/>
          </a:xfrm>
          <a:prstGeom prst="rect">
            <a:avLst/>
          </a:prstGeom>
          <a:solidFill>
            <a:srgbClr val="282828"/>
          </a:solidFill>
          <a:ln w="635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0" y="1790700"/>
            <a:ext cx="3840480" cy="1197356"/>
          </a:xfrm>
          <a:prstGeom prst="rect">
            <a:avLst/>
          </a:prstGeom>
          <a:noFill/>
        </p:spPr>
        <p:txBody>
          <a:bodyPr wrap="none" lIns="177800" rIns="177800" tIns="0" bIns="0">
            <a:spAutoFit/>
          </a:bodyPr>
          <a:lstStyle/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sz="1800" i="0">
                <a:solidFill>
                  <a:srgbClr val="FFFFFF"/>
                </a:solidFill>
                <a:latin typeface="Arial"/>
              </a:defRPr>
            </a:pPr>
            <a:r>
              <a:rPr>
                <a:solidFill>
                  <a:srgbClr val="FFFFFF"/>
                </a:solidFill>
              </a:rPr>
              <a:t>Например, вы умеете создавать</a:t>
            </a:r>
          </a:p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sz="1800" i="0">
                <a:solidFill>
                  <a:srgbClr val="FFFFFF"/>
                </a:solidFill>
                <a:latin typeface="Arial"/>
              </a:defRPr>
            </a:pPr>
            <a:r>
              <a:rPr>
                <a:solidFill>
                  <a:srgbClr val="FFFFFF"/>
                </a:solidFill>
              </a:rPr>
              <a:t>невероятную </a:t>
            </a:r>
            <a:r>
              <a:rPr>
                <a:solidFill>
                  <a:srgbClr val="D4AF37"/>
                </a:solidFill>
              </a:rPr>
              <a:t>лёгкость</a:t>
            </a:r>
            <a:r>
              <a:rPr>
                <a:solidFill>
                  <a:srgbClr val="FFFFFF"/>
                </a:solidFill>
              </a:rPr>
              <a:t>. Вы</a:t>
            </a:r>
          </a:p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sz="1800" i="0">
                <a:solidFill>
                  <a:srgbClr val="FFFFFF"/>
                </a:solidFill>
                <a:latin typeface="Arial"/>
              </a:defRPr>
            </a:pPr>
            <a:r>
              <a:rPr>
                <a:solidFill>
                  <a:srgbClr val="FFFFFF"/>
                </a:solidFill>
              </a:rPr>
              <a:t>встретились — посмеялись,</a:t>
            </a:r>
          </a:p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sz="1800" i="0">
                <a:solidFill>
                  <a:srgbClr val="FFFFFF"/>
                </a:solidFill>
                <a:latin typeface="Arial"/>
              </a:defRPr>
            </a:pPr>
            <a:r>
              <a:rPr>
                <a:solidFill>
                  <a:srgbClr val="FFFFFF"/>
                </a:solidFill>
              </a:rPr>
              <a:t>поговорили, разошлись.</a:t>
            </a:r>
          </a:p>
        </p:txBody>
      </p:sp>
      <p:sp>
        <p:nvSpPr>
          <p:cNvPr id="6" name="Teaching card"/>
          <p:cNvSpPr/>
          <p:nvPr/>
        </p:nvSpPr>
        <p:spPr>
          <a:xfrm>
            <a:off x="4121150" y="3242056"/>
            <a:ext cx="3827780" cy="613664"/>
          </a:xfrm>
          <a:prstGeom prst="rect">
            <a:avLst/>
          </a:prstGeom>
          <a:solidFill>
            <a:srgbClr val="282828"/>
          </a:solidFill>
          <a:ln w="635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0" y="3381755"/>
            <a:ext cx="3840480" cy="346964"/>
          </a:xfrm>
          <a:prstGeom prst="rect">
            <a:avLst/>
          </a:prstGeom>
          <a:noFill/>
        </p:spPr>
        <p:txBody>
          <a:bodyPr wrap="none" lIns="177800" rIns="177800" tIns="0" bIns="0">
            <a:spAutoFit/>
          </a:bodyPr>
          <a:lstStyle/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sz="1800" i="0">
                <a:solidFill>
                  <a:srgbClr val="FFFFFF"/>
                </a:solidFill>
                <a:latin typeface="Arial"/>
              </a:defRPr>
            </a:pPr>
            <a:r>
              <a:rPr>
                <a:solidFill>
                  <a:srgbClr val="FFFFFF"/>
                </a:solidFill>
              </a:rPr>
              <a:t>Это </a:t>
            </a:r>
            <a:r>
              <a:rPr>
                <a:solidFill>
                  <a:srgbClr val="D4AF37"/>
                </a:solidFill>
              </a:rPr>
              <a:t>след</a:t>
            </a:r>
            <a:r>
              <a:rPr>
                <a:solidFill>
                  <a:srgbClr val="FFFFFF"/>
                </a:solidFill>
              </a:rPr>
              <a:t>.</a:t>
            </a:r>
          </a:p>
        </p:txBody>
      </p:sp>
      <p:sp>
        <p:nvSpPr>
          <p:cNvPr id="8" name="Bottom page-number mask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0" y="355600"/>
            <a:ext cx="7315200" cy="567436"/>
          </a:xfrm>
          <a:prstGeom prst="rect">
            <a:avLst/>
          </a:prstGeom>
          <a:noFill/>
        </p:spPr>
        <p:txBody>
          <a:bodyPr wrap="none" lIns="25400" rIns="25400" tIns="0" bIns="0">
            <a:spAutoFit/>
          </a:bodyPr>
          <a:lstStyle/>
          <a:p>
            <a:pPr>
              <a:lnSpc>
                <a:spcPts val="3968"/>
              </a:lnSpc>
              <a:spcBef>
                <a:spcPts val="0"/>
              </a:spcBef>
              <a:spcAft>
                <a:spcPts val="0"/>
              </a:spcAft>
              <a:defRPr sz="3200" i="0">
                <a:solidFill>
                  <a:srgbClr val="D4AF37"/>
                </a:solidFill>
                <a:latin typeface="Georgia"/>
              </a:defRPr>
            </a:pPr>
            <a:r>
              <a:rPr>
                <a:solidFill>
                  <a:srgbClr val="D4AF37"/>
                </a:solidFill>
              </a:rPr>
              <a:t>Память о вас</a:t>
            </a:r>
          </a:p>
        </p:txBody>
      </p:sp>
      <p:pic>
        <p:nvPicPr>
          <p:cNvPr id="3" name="Embedded stock photo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0" y="1371600"/>
            <a:ext cx="3200400" cy="4572000"/>
          </a:xfrm>
          <a:prstGeom prst="rect">
            <a:avLst/>
          </a:prstGeom>
        </p:spPr>
      </p:pic>
      <p:sp>
        <p:nvSpPr>
          <p:cNvPr id="4" name="Teaching card"/>
          <p:cNvSpPr/>
          <p:nvPr/>
        </p:nvSpPr>
        <p:spPr>
          <a:xfrm>
            <a:off x="4121150" y="1651000"/>
            <a:ext cx="3827780" cy="1464056"/>
          </a:xfrm>
          <a:prstGeom prst="rect">
            <a:avLst/>
          </a:prstGeom>
          <a:solidFill>
            <a:srgbClr val="282828"/>
          </a:solidFill>
          <a:ln w="635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0" y="1790700"/>
            <a:ext cx="3840480" cy="1197356"/>
          </a:xfrm>
          <a:prstGeom prst="rect">
            <a:avLst/>
          </a:prstGeom>
          <a:noFill/>
        </p:spPr>
        <p:txBody>
          <a:bodyPr wrap="none" lIns="177800" rIns="177800" tIns="0" bIns="0">
            <a:spAutoFit/>
          </a:bodyPr>
          <a:lstStyle/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sz="1800" i="0">
                <a:solidFill>
                  <a:srgbClr val="FFFFFF"/>
                </a:solidFill>
                <a:latin typeface="Arial"/>
              </a:defRPr>
            </a:pPr>
            <a:r>
              <a:rPr>
                <a:solidFill>
                  <a:srgbClr val="FFFFFF"/>
                </a:solidFill>
              </a:rPr>
              <a:t>Проходит несколько дней.</a:t>
            </a:r>
          </a:p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sz="1800" i="0">
                <a:solidFill>
                  <a:srgbClr val="FFFFFF"/>
                </a:solidFill>
                <a:latin typeface="Arial"/>
              </a:defRPr>
            </a:pPr>
            <a:r>
              <a:rPr>
                <a:solidFill>
                  <a:srgbClr val="FFFFFF"/>
                </a:solidFill>
              </a:rPr>
              <a:t>Мужчина вспоминает вас — и</a:t>
            </a:r>
          </a:p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sz="1800" i="0">
                <a:solidFill>
                  <a:srgbClr val="FFFFFF"/>
                </a:solidFill>
                <a:latin typeface="Arial"/>
              </a:defRPr>
            </a:pPr>
            <a:r>
              <a:rPr>
                <a:solidFill>
                  <a:srgbClr val="FFFFFF"/>
                </a:solidFill>
              </a:rPr>
              <a:t>вместе с вашим образом</a:t>
            </a:r>
          </a:p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sz="1800" i="0">
                <a:solidFill>
                  <a:srgbClr val="FFFFFF"/>
                </a:solidFill>
                <a:latin typeface="Arial"/>
              </a:defRPr>
            </a:pPr>
            <a:r>
              <a:rPr>
                <a:solidFill>
                  <a:srgbClr val="FFFFFF"/>
                </a:solidFill>
              </a:rPr>
              <a:t>возвращается это ощущение.</a:t>
            </a:r>
          </a:p>
        </p:txBody>
      </p:sp>
      <p:sp>
        <p:nvSpPr>
          <p:cNvPr id="6" name="Teaching card"/>
          <p:cNvSpPr/>
          <p:nvPr/>
        </p:nvSpPr>
        <p:spPr>
          <a:xfrm>
            <a:off x="4121150" y="3242056"/>
            <a:ext cx="3827780" cy="1747520"/>
          </a:xfrm>
          <a:prstGeom prst="rect">
            <a:avLst/>
          </a:prstGeom>
          <a:solidFill>
            <a:srgbClr val="282828"/>
          </a:solidFill>
          <a:ln w="635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0" y="3381755"/>
            <a:ext cx="3840480" cy="1480820"/>
          </a:xfrm>
          <a:prstGeom prst="rect">
            <a:avLst/>
          </a:prstGeom>
          <a:noFill/>
        </p:spPr>
        <p:txBody>
          <a:bodyPr wrap="none" lIns="177800" rIns="177800" tIns="0" bIns="0">
            <a:spAutoFit/>
          </a:bodyPr>
          <a:lstStyle/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sz="1800" i="0">
                <a:solidFill>
                  <a:srgbClr val="FFFFFF"/>
                </a:solidFill>
                <a:latin typeface="Arial"/>
              </a:defRPr>
            </a:pPr>
            <a:r>
              <a:rPr>
                <a:solidFill>
                  <a:srgbClr val="FFFFFF"/>
                </a:solidFill>
              </a:rPr>
              <a:t>Так появляется </a:t>
            </a:r>
            <a:r>
              <a:rPr>
                <a:solidFill>
                  <a:srgbClr val="D4AF37"/>
                </a:solidFill>
              </a:rPr>
              <a:t>память</a:t>
            </a:r>
            <a:r>
              <a:rPr>
                <a:solidFill>
                  <a:srgbClr val="FFFFFF"/>
                </a:solidFill>
              </a:rPr>
              <a:t> о вас. А</a:t>
            </a:r>
          </a:p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sz="1800" i="0">
                <a:solidFill>
                  <a:srgbClr val="FFFFFF"/>
                </a:solidFill>
                <a:latin typeface="Arial"/>
              </a:defRPr>
            </a:pPr>
            <a:r>
              <a:rPr>
                <a:solidFill>
                  <a:srgbClr val="FFFFFF"/>
                </a:solidFill>
              </a:rPr>
              <a:t>когда таких следов становится</a:t>
            </a:r>
          </a:p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sz="1800" i="0">
                <a:solidFill>
                  <a:srgbClr val="FFFFFF"/>
                </a:solidFill>
                <a:latin typeface="Arial"/>
              </a:defRPr>
            </a:pPr>
            <a:r>
              <a:rPr>
                <a:solidFill>
                  <a:srgbClr val="FFFFFF"/>
                </a:solidFill>
              </a:rPr>
              <a:t>много, появляется то, что я</a:t>
            </a:r>
          </a:p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sz="1800" i="0">
                <a:solidFill>
                  <a:srgbClr val="FFFFFF"/>
                </a:solidFill>
                <a:latin typeface="Arial"/>
              </a:defRPr>
            </a:pPr>
            <a:r>
              <a:rPr>
                <a:solidFill>
                  <a:srgbClr val="FFFFFF"/>
                </a:solidFill>
              </a:rPr>
              <a:t>называю эффектом</a:t>
            </a:r>
          </a:p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sz="1800" i="0">
                <a:solidFill>
                  <a:srgbClr val="FFFFFF"/>
                </a:solidFill>
                <a:latin typeface="Arial"/>
              </a:defRPr>
            </a:pPr>
            <a:r>
              <a:rPr>
                <a:solidFill>
                  <a:srgbClr val="FFFFFF"/>
                </a:solidFill>
              </a:rPr>
              <a:t>незабываемости.</a:t>
            </a:r>
          </a:p>
        </p:txBody>
      </p:sp>
      <p:sp>
        <p:nvSpPr>
          <p:cNvPr id="8" name="Bottom page-number mask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0" y="355600"/>
            <a:ext cx="7315200" cy="567436"/>
          </a:xfrm>
          <a:prstGeom prst="rect">
            <a:avLst/>
          </a:prstGeom>
          <a:noFill/>
        </p:spPr>
        <p:txBody>
          <a:bodyPr wrap="none" lIns="25400" rIns="25400" tIns="0" bIns="0">
            <a:spAutoFit/>
          </a:bodyPr>
          <a:lstStyle/>
          <a:p>
            <a:pPr>
              <a:lnSpc>
                <a:spcPts val="3968"/>
              </a:lnSpc>
              <a:spcBef>
                <a:spcPts val="0"/>
              </a:spcBef>
              <a:spcAft>
                <a:spcPts val="0"/>
              </a:spcAft>
              <a:defRPr sz="3200" i="0">
                <a:solidFill>
                  <a:srgbClr val="D4AF37"/>
                </a:solidFill>
                <a:latin typeface="Georgia"/>
              </a:defRPr>
            </a:pPr>
            <a:r>
              <a:rPr>
                <a:solidFill>
                  <a:srgbClr val="D4AF37"/>
                </a:solidFill>
              </a:rPr>
              <a:t>Одна грань — один след</a:t>
            </a:r>
          </a:p>
        </p:txBody>
      </p:sp>
      <p:pic>
        <p:nvPicPr>
          <p:cNvPr id="3" name="Embedded stock photo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0" y="1371600"/>
            <a:ext cx="3200400" cy="4572000"/>
          </a:xfrm>
          <a:prstGeom prst="rect">
            <a:avLst/>
          </a:prstGeom>
        </p:spPr>
      </p:pic>
      <p:sp>
        <p:nvSpPr>
          <p:cNvPr id="4" name="Teaching card"/>
          <p:cNvSpPr/>
          <p:nvPr/>
        </p:nvSpPr>
        <p:spPr>
          <a:xfrm>
            <a:off x="4121150" y="1651000"/>
            <a:ext cx="3827780" cy="1180592"/>
          </a:xfrm>
          <a:prstGeom prst="rect">
            <a:avLst/>
          </a:prstGeom>
          <a:solidFill>
            <a:srgbClr val="282828"/>
          </a:solidFill>
          <a:ln w="635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0" y="1790700"/>
            <a:ext cx="3840480" cy="913891"/>
          </a:xfrm>
          <a:prstGeom prst="rect">
            <a:avLst/>
          </a:prstGeom>
          <a:noFill/>
        </p:spPr>
        <p:txBody>
          <a:bodyPr wrap="none" lIns="177800" rIns="177800" tIns="0" bIns="0">
            <a:spAutoFit/>
          </a:bodyPr>
          <a:lstStyle/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sz="1800" i="0">
                <a:solidFill>
                  <a:srgbClr val="FFFFFF"/>
                </a:solidFill>
                <a:latin typeface="Arial"/>
              </a:defRPr>
            </a:pPr>
            <a:r>
              <a:rPr>
                <a:solidFill>
                  <a:srgbClr val="D4AF37"/>
                </a:solidFill>
              </a:rPr>
              <a:t>Лёгкость</a:t>
            </a:r>
            <a:r>
              <a:rPr>
                <a:solidFill>
                  <a:srgbClr val="FFFFFF"/>
                </a:solidFill>
              </a:rPr>
              <a:t> → </a:t>
            </a:r>
            <a:r>
              <a:rPr>
                <a:solidFill>
                  <a:srgbClr val="D4AF37"/>
                </a:solidFill>
              </a:rPr>
              <a:t>след</a:t>
            </a:r>
            <a:r>
              <a:rPr>
                <a:solidFill>
                  <a:srgbClr val="FFFFFF"/>
                </a:solidFill>
              </a:rPr>
              <a:t> лёгкости,</a:t>
            </a:r>
          </a:p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sz="1800" i="0">
                <a:solidFill>
                  <a:srgbClr val="FFFFFF"/>
                </a:solidFill>
                <a:latin typeface="Arial"/>
              </a:defRPr>
            </a:pPr>
            <a:r>
              <a:rPr>
                <a:solidFill>
                  <a:srgbClr val="D4AF37"/>
                </a:solidFill>
              </a:rPr>
              <a:t>Вдохновение</a:t>
            </a:r>
            <a:r>
              <a:rPr>
                <a:solidFill>
                  <a:srgbClr val="FFFFFF"/>
                </a:solidFill>
              </a:rPr>
              <a:t> → </a:t>
            </a:r>
            <a:r>
              <a:rPr>
                <a:solidFill>
                  <a:srgbClr val="D4AF37"/>
                </a:solidFill>
              </a:rPr>
              <a:t>след</a:t>
            </a:r>
          </a:p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sz="1800" i="0">
                <a:solidFill>
                  <a:srgbClr val="FFFFFF"/>
                </a:solidFill>
                <a:latin typeface="Arial"/>
              </a:defRPr>
            </a:pPr>
            <a:r>
              <a:rPr>
                <a:solidFill>
                  <a:srgbClr val="FFFFFF"/>
                </a:solidFill>
              </a:rPr>
              <a:t>вдохновения</a:t>
            </a:r>
          </a:p>
        </p:txBody>
      </p:sp>
      <p:sp>
        <p:nvSpPr>
          <p:cNvPr id="6" name="Teaching card"/>
          <p:cNvSpPr/>
          <p:nvPr/>
        </p:nvSpPr>
        <p:spPr>
          <a:xfrm>
            <a:off x="4121150" y="2958592"/>
            <a:ext cx="3827780" cy="1180592"/>
          </a:xfrm>
          <a:prstGeom prst="rect">
            <a:avLst/>
          </a:prstGeom>
          <a:solidFill>
            <a:srgbClr val="282828"/>
          </a:solidFill>
          <a:ln w="635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0" y="3098292"/>
            <a:ext cx="3840480" cy="913891"/>
          </a:xfrm>
          <a:prstGeom prst="rect">
            <a:avLst/>
          </a:prstGeom>
          <a:noFill/>
        </p:spPr>
        <p:txBody>
          <a:bodyPr wrap="none" lIns="177800" rIns="177800" tIns="0" bIns="0">
            <a:spAutoFit/>
          </a:bodyPr>
          <a:lstStyle/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sz="1800" i="0">
                <a:solidFill>
                  <a:srgbClr val="FFFFFF"/>
                </a:solidFill>
                <a:latin typeface="Arial"/>
              </a:defRPr>
            </a:pPr>
            <a:r>
              <a:rPr>
                <a:solidFill>
                  <a:srgbClr val="FFFFFF"/>
                </a:solidFill>
              </a:rPr>
              <a:t>Интеллект → интеллектуальный</a:t>
            </a:r>
          </a:p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sz="1800" i="0">
                <a:solidFill>
                  <a:srgbClr val="FFFFFF"/>
                </a:solidFill>
                <a:latin typeface="Arial"/>
              </a:defRPr>
            </a:pPr>
            <a:r>
              <a:rPr>
                <a:solidFill>
                  <a:srgbClr val="D4AF37"/>
                </a:solidFill>
              </a:rPr>
              <a:t>след</a:t>
            </a:r>
            <a:r>
              <a:rPr>
                <a:solidFill>
                  <a:srgbClr val="FFFFFF"/>
                </a:solidFill>
              </a:rPr>
              <a:t>, Индивидуальность →</a:t>
            </a:r>
          </a:p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sz="1800" i="0">
                <a:solidFill>
                  <a:srgbClr val="FFFFFF"/>
                </a:solidFill>
                <a:latin typeface="Arial"/>
              </a:defRPr>
            </a:pPr>
            <a:r>
              <a:rPr>
                <a:solidFill>
                  <a:srgbClr val="D4AF37"/>
                </a:solidFill>
              </a:rPr>
              <a:t>след</a:t>
            </a:r>
            <a:r>
              <a:rPr>
                <a:solidFill>
                  <a:srgbClr val="FFFFFF"/>
                </a:solidFill>
              </a:rPr>
              <a:t> уникальности</a:t>
            </a:r>
          </a:p>
        </p:txBody>
      </p:sp>
      <p:sp>
        <p:nvSpPr>
          <p:cNvPr id="8" name="Bottom page-number mask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0" y="355600"/>
            <a:ext cx="7315200" cy="1071372"/>
          </a:xfrm>
          <a:prstGeom prst="rect">
            <a:avLst/>
          </a:prstGeom>
          <a:noFill/>
        </p:spPr>
        <p:txBody>
          <a:bodyPr wrap="none" lIns="25400" rIns="25400" tIns="0" bIns="0">
            <a:spAutoFit/>
          </a:bodyPr>
          <a:lstStyle/>
          <a:p>
            <a:pPr>
              <a:lnSpc>
                <a:spcPts val="3968"/>
              </a:lnSpc>
              <a:spcBef>
                <a:spcPts val="0"/>
              </a:spcBef>
              <a:spcAft>
                <a:spcPts val="0"/>
              </a:spcAft>
              <a:defRPr sz="3200" i="0">
                <a:solidFill>
                  <a:srgbClr val="D4AF37"/>
                </a:solidFill>
                <a:latin typeface="Georgia"/>
              </a:defRPr>
            </a:pPr>
            <a:r>
              <a:rPr>
                <a:solidFill>
                  <a:srgbClr val="D4AF37"/>
                </a:solidFill>
              </a:rPr>
              <a:t>Почему одной красоты</a:t>
            </a:r>
          </a:p>
          <a:p>
            <a:pPr>
              <a:lnSpc>
                <a:spcPts val="3968"/>
              </a:lnSpc>
              <a:spcBef>
                <a:spcPts val="0"/>
              </a:spcBef>
              <a:spcAft>
                <a:spcPts val="0"/>
              </a:spcAft>
              <a:defRPr sz="3200" i="0">
                <a:solidFill>
                  <a:srgbClr val="D4AF37"/>
                </a:solidFill>
                <a:latin typeface="Georgia"/>
              </a:defRPr>
            </a:pPr>
            <a:r>
              <a:rPr>
                <a:solidFill>
                  <a:srgbClr val="D4AF37"/>
                </a:solidFill>
              </a:rPr>
              <a:t>недостаточно.</a:t>
            </a:r>
          </a:p>
        </p:txBody>
      </p:sp>
      <p:pic>
        <p:nvPicPr>
          <p:cNvPr id="3" name="Embedded stock photo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0" y="1371600"/>
            <a:ext cx="3200400" cy="4572000"/>
          </a:xfrm>
          <a:prstGeom prst="rect">
            <a:avLst/>
          </a:prstGeom>
        </p:spPr>
      </p:pic>
      <p:sp>
        <p:nvSpPr>
          <p:cNvPr id="4" name="Teaching card"/>
          <p:cNvSpPr/>
          <p:nvPr/>
        </p:nvSpPr>
        <p:spPr>
          <a:xfrm>
            <a:off x="4121150" y="1651000"/>
            <a:ext cx="3827780" cy="897128"/>
          </a:xfrm>
          <a:prstGeom prst="rect">
            <a:avLst/>
          </a:prstGeom>
          <a:solidFill>
            <a:srgbClr val="282828"/>
          </a:solidFill>
          <a:ln w="635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0" y="1790700"/>
            <a:ext cx="3840480" cy="630428"/>
          </a:xfrm>
          <a:prstGeom prst="rect">
            <a:avLst/>
          </a:prstGeom>
          <a:noFill/>
        </p:spPr>
        <p:txBody>
          <a:bodyPr wrap="none" lIns="177800" rIns="177800" tIns="0" bIns="0">
            <a:spAutoFit/>
          </a:bodyPr>
          <a:lstStyle/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sz="1800" i="0">
                <a:solidFill>
                  <a:srgbClr val="FFFFFF"/>
                </a:solidFill>
                <a:latin typeface="Arial"/>
              </a:defRPr>
            </a:pPr>
            <a:r>
              <a:rPr>
                <a:solidFill>
                  <a:srgbClr val="FFFFFF"/>
                </a:solidFill>
              </a:rPr>
              <a:t>Эстетика → эстетический </a:t>
            </a:r>
            <a:r>
              <a:rPr>
                <a:solidFill>
                  <a:srgbClr val="D4AF37"/>
                </a:solidFill>
              </a:rPr>
              <a:t>след</a:t>
            </a:r>
            <a:r>
              <a:rPr>
                <a:solidFill>
                  <a:srgbClr val="FFFFFF"/>
                </a:solidFill>
              </a:rPr>
              <a:t>,</a:t>
            </a:r>
          </a:p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sz="1800" i="0">
                <a:solidFill>
                  <a:srgbClr val="FFFFFF"/>
                </a:solidFill>
                <a:latin typeface="Arial"/>
              </a:defRPr>
            </a:pPr>
            <a:r>
              <a:rPr>
                <a:solidFill>
                  <a:srgbClr val="FFFFFF"/>
                </a:solidFill>
              </a:rPr>
              <a:t>Достоинство → </a:t>
            </a:r>
            <a:r>
              <a:rPr>
                <a:solidFill>
                  <a:srgbClr val="D4AF37"/>
                </a:solidFill>
              </a:rPr>
              <a:t>след</a:t>
            </a:r>
            <a:r>
              <a:rPr>
                <a:solidFill>
                  <a:srgbClr val="FFFFFF"/>
                </a:solidFill>
              </a:rPr>
              <a:t> уважения</a:t>
            </a:r>
          </a:p>
        </p:txBody>
      </p:sp>
      <p:sp>
        <p:nvSpPr>
          <p:cNvPr id="6" name="Teaching card"/>
          <p:cNvSpPr/>
          <p:nvPr/>
        </p:nvSpPr>
        <p:spPr>
          <a:xfrm>
            <a:off x="4121150" y="2675128"/>
            <a:ext cx="3827780" cy="613664"/>
          </a:xfrm>
          <a:prstGeom prst="rect">
            <a:avLst/>
          </a:prstGeom>
          <a:solidFill>
            <a:srgbClr val="282828"/>
          </a:solidFill>
          <a:ln w="635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0" y="2814828"/>
            <a:ext cx="3840480" cy="346964"/>
          </a:xfrm>
          <a:prstGeom prst="rect">
            <a:avLst/>
          </a:prstGeom>
          <a:noFill/>
        </p:spPr>
        <p:txBody>
          <a:bodyPr wrap="none" lIns="177800" rIns="177800" tIns="0" bIns="0">
            <a:spAutoFit/>
          </a:bodyPr>
          <a:lstStyle/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sz="1800" i="0">
                <a:solidFill>
                  <a:srgbClr val="FFFFFF"/>
                </a:solidFill>
                <a:latin typeface="Arial"/>
              </a:defRPr>
            </a:pPr>
            <a:r>
              <a:rPr>
                <a:solidFill>
                  <a:srgbClr val="FFFFFF"/>
                </a:solidFill>
              </a:rPr>
              <a:t>Контраст → </a:t>
            </a:r>
            <a:r>
              <a:rPr>
                <a:solidFill>
                  <a:srgbClr val="D4AF37"/>
                </a:solidFill>
              </a:rPr>
              <a:t>след</a:t>
            </a:r>
            <a:r>
              <a:rPr>
                <a:solidFill>
                  <a:srgbClr val="FFFFFF"/>
                </a:solidFill>
              </a:rPr>
              <a:t> новизны</a:t>
            </a:r>
          </a:p>
        </p:txBody>
      </p:sp>
      <p:sp>
        <p:nvSpPr>
          <p:cNvPr id="8" name="Bottom page-number mask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0" y="355600"/>
            <a:ext cx="7315200" cy="1071372"/>
          </a:xfrm>
          <a:prstGeom prst="rect">
            <a:avLst/>
          </a:prstGeom>
          <a:noFill/>
        </p:spPr>
        <p:txBody>
          <a:bodyPr wrap="none" lIns="25400" rIns="25400" tIns="0" bIns="0">
            <a:spAutoFit/>
          </a:bodyPr>
          <a:lstStyle/>
          <a:p>
            <a:pPr>
              <a:lnSpc>
                <a:spcPts val="3968"/>
              </a:lnSpc>
              <a:spcBef>
                <a:spcPts val="0"/>
              </a:spcBef>
              <a:spcAft>
                <a:spcPts val="0"/>
              </a:spcAft>
              <a:defRPr sz="3200" i="0">
                <a:solidFill>
                  <a:srgbClr val="D4AF37"/>
                </a:solidFill>
                <a:latin typeface="Georgia"/>
              </a:defRPr>
            </a:pPr>
            <a:r>
              <a:rPr>
                <a:solidFill>
                  <a:srgbClr val="D4AF37"/>
                </a:solidFill>
              </a:rPr>
              <a:t>Почему одной красоты</a:t>
            </a:r>
          </a:p>
          <a:p>
            <a:pPr>
              <a:lnSpc>
                <a:spcPts val="3968"/>
              </a:lnSpc>
              <a:spcBef>
                <a:spcPts val="0"/>
              </a:spcBef>
              <a:spcAft>
                <a:spcPts val="0"/>
              </a:spcAft>
              <a:defRPr sz="3200" i="0">
                <a:solidFill>
                  <a:srgbClr val="D4AF37"/>
                </a:solidFill>
                <a:latin typeface="Georgia"/>
              </a:defRPr>
            </a:pPr>
            <a:r>
              <a:rPr>
                <a:solidFill>
                  <a:srgbClr val="D4AF37"/>
                </a:solidFill>
              </a:rPr>
              <a:t>недостаточно.</a:t>
            </a:r>
          </a:p>
        </p:txBody>
      </p:sp>
      <p:pic>
        <p:nvPicPr>
          <p:cNvPr id="3" name="Embedded stock photo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0" y="1371600"/>
            <a:ext cx="3200400" cy="4572000"/>
          </a:xfrm>
          <a:prstGeom prst="rect">
            <a:avLst/>
          </a:prstGeom>
        </p:spPr>
      </p:pic>
      <p:sp>
        <p:nvSpPr>
          <p:cNvPr id="4" name="Teaching card"/>
          <p:cNvSpPr/>
          <p:nvPr/>
        </p:nvSpPr>
        <p:spPr>
          <a:xfrm>
            <a:off x="4121150" y="1651000"/>
            <a:ext cx="3827780" cy="1180592"/>
          </a:xfrm>
          <a:prstGeom prst="rect">
            <a:avLst/>
          </a:prstGeom>
          <a:solidFill>
            <a:srgbClr val="282828"/>
          </a:solidFill>
          <a:ln w="635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0" y="1790700"/>
            <a:ext cx="3840480" cy="913891"/>
          </a:xfrm>
          <a:prstGeom prst="rect">
            <a:avLst/>
          </a:prstGeom>
          <a:noFill/>
        </p:spPr>
        <p:txBody>
          <a:bodyPr wrap="none" lIns="177800" rIns="177800" tIns="0" bIns="0">
            <a:spAutoFit/>
          </a:bodyPr>
          <a:lstStyle/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sz="1800" i="0">
                <a:solidFill>
                  <a:srgbClr val="FFFFFF"/>
                </a:solidFill>
                <a:latin typeface="Arial"/>
              </a:defRPr>
            </a:pPr>
            <a:r>
              <a:rPr>
                <a:solidFill>
                  <a:srgbClr val="FFFFFF"/>
                </a:solidFill>
              </a:rPr>
              <a:t>И вот теперь становится</a:t>
            </a:r>
          </a:p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sz="1800" i="0">
                <a:solidFill>
                  <a:srgbClr val="FFFFFF"/>
                </a:solidFill>
                <a:latin typeface="Arial"/>
              </a:defRPr>
            </a:pPr>
            <a:r>
              <a:rPr>
                <a:solidFill>
                  <a:srgbClr val="FFFFFF"/>
                </a:solidFill>
              </a:rPr>
              <a:t>понятно, почему одной красоты</a:t>
            </a:r>
          </a:p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sz="1800" i="0">
                <a:solidFill>
                  <a:srgbClr val="FFFFFF"/>
                </a:solidFill>
                <a:latin typeface="Arial"/>
              </a:defRPr>
            </a:pPr>
            <a:r>
              <a:rPr>
                <a:solidFill>
                  <a:srgbClr val="FFFFFF"/>
                </a:solidFill>
              </a:rPr>
              <a:t>недостаточно.</a:t>
            </a:r>
          </a:p>
        </p:txBody>
      </p:sp>
      <p:sp>
        <p:nvSpPr>
          <p:cNvPr id="6" name="Teaching card"/>
          <p:cNvSpPr/>
          <p:nvPr/>
        </p:nvSpPr>
        <p:spPr>
          <a:xfrm>
            <a:off x="4121150" y="2958592"/>
            <a:ext cx="3827780" cy="1180592"/>
          </a:xfrm>
          <a:prstGeom prst="rect">
            <a:avLst/>
          </a:prstGeom>
          <a:solidFill>
            <a:srgbClr val="282828"/>
          </a:solidFill>
          <a:ln w="635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0" y="3098292"/>
            <a:ext cx="3840480" cy="913891"/>
          </a:xfrm>
          <a:prstGeom prst="rect">
            <a:avLst/>
          </a:prstGeom>
          <a:noFill/>
        </p:spPr>
        <p:txBody>
          <a:bodyPr wrap="none" lIns="177800" rIns="177800" tIns="0" bIns="0">
            <a:spAutoFit/>
          </a:bodyPr>
          <a:lstStyle/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sz="1800" i="0">
                <a:solidFill>
                  <a:srgbClr val="FFFFFF"/>
                </a:solidFill>
                <a:latin typeface="Arial"/>
              </a:defRPr>
            </a:pPr>
            <a:r>
              <a:rPr>
                <a:solidFill>
                  <a:srgbClr val="FFFFFF"/>
                </a:solidFill>
              </a:rPr>
              <a:t>Красота тоже способна</a:t>
            </a:r>
          </a:p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sz="1800" i="0">
                <a:solidFill>
                  <a:srgbClr val="FFFFFF"/>
                </a:solidFill>
                <a:latin typeface="Arial"/>
              </a:defRPr>
            </a:pPr>
            <a:r>
              <a:rPr>
                <a:solidFill>
                  <a:srgbClr val="FFFFFF"/>
                </a:solidFill>
              </a:rPr>
              <a:t>оставить </a:t>
            </a:r>
            <a:r>
              <a:rPr>
                <a:solidFill>
                  <a:srgbClr val="D4AF37"/>
                </a:solidFill>
              </a:rPr>
              <a:t>след</a:t>
            </a:r>
            <a:r>
              <a:rPr>
                <a:solidFill>
                  <a:srgbClr val="FFFFFF"/>
                </a:solidFill>
              </a:rPr>
              <a:t>. Но это один</a:t>
            </a:r>
          </a:p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sz="1800" i="0">
                <a:solidFill>
                  <a:srgbClr val="FFFFFF"/>
                </a:solidFill>
                <a:latin typeface="Arial"/>
              </a:defRPr>
            </a:pPr>
            <a:r>
              <a:rPr>
                <a:solidFill>
                  <a:srgbClr val="D4AF37"/>
                </a:solidFill>
              </a:rPr>
              <a:t>след</a:t>
            </a:r>
            <a:r>
              <a:rPr>
                <a:solidFill>
                  <a:srgbClr val="FFFFFF"/>
                </a:solidFill>
              </a:rPr>
              <a:t>.</a:t>
            </a:r>
          </a:p>
        </p:txBody>
      </p:sp>
      <p:sp>
        <p:nvSpPr>
          <p:cNvPr id="8" name="Bottom page-number mask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0" y="355600"/>
            <a:ext cx="7315200" cy="1071372"/>
          </a:xfrm>
          <a:prstGeom prst="rect">
            <a:avLst/>
          </a:prstGeom>
          <a:noFill/>
        </p:spPr>
        <p:txBody>
          <a:bodyPr wrap="none" lIns="25400" rIns="25400" tIns="0" bIns="0">
            <a:spAutoFit/>
          </a:bodyPr>
          <a:lstStyle/>
          <a:p>
            <a:pPr>
              <a:lnSpc>
                <a:spcPts val="3968"/>
              </a:lnSpc>
              <a:spcBef>
                <a:spcPts val="0"/>
              </a:spcBef>
              <a:spcAft>
                <a:spcPts val="0"/>
              </a:spcAft>
              <a:defRPr sz="3200" i="0">
                <a:solidFill>
                  <a:srgbClr val="D4AF37"/>
                </a:solidFill>
                <a:latin typeface="Georgia"/>
              </a:defRPr>
            </a:pPr>
            <a:r>
              <a:rPr>
                <a:solidFill>
                  <a:srgbClr val="D4AF37"/>
                </a:solidFill>
              </a:rPr>
              <a:t>Совершенно другой</a:t>
            </a:r>
          </a:p>
          <a:p>
            <a:pPr>
              <a:lnSpc>
                <a:spcPts val="3968"/>
              </a:lnSpc>
              <a:spcBef>
                <a:spcPts val="0"/>
              </a:spcBef>
              <a:spcAft>
                <a:spcPts val="0"/>
              </a:spcAft>
              <a:defRPr sz="3200" i="0">
                <a:solidFill>
                  <a:srgbClr val="D4AF37"/>
                </a:solidFill>
                <a:latin typeface="Georgia"/>
              </a:defRPr>
            </a:pPr>
            <a:r>
              <a:rPr>
                <a:solidFill>
                  <a:srgbClr val="D4AF37"/>
                </a:solidFill>
              </a:rPr>
              <a:t>объём впечатления.</a:t>
            </a:r>
          </a:p>
        </p:txBody>
      </p:sp>
      <p:pic>
        <p:nvPicPr>
          <p:cNvPr id="3" name="Embedded stock photo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0" y="1371600"/>
            <a:ext cx="3200400" cy="4572000"/>
          </a:xfrm>
          <a:prstGeom prst="rect">
            <a:avLst/>
          </a:prstGeom>
        </p:spPr>
      </p:pic>
      <p:sp>
        <p:nvSpPr>
          <p:cNvPr id="4" name="Teaching card"/>
          <p:cNvSpPr/>
          <p:nvPr/>
        </p:nvSpPr>
        <p:spPr>
          <a:xfrm>
            <a:off x="4121150" y="1651000"/>
            <a:ext cx="3827780" cy="1180592"/>
          </a:xfrm>
          <a:prstGeom prst="rect">
            <a:avLst/>
          </a:prstGeom>
          <a:solidFill>
            <a:srgbClr val="282828"/>
          </a:solidFill>
          <a:ln w="635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0" y="1790700"/>
            <a:ext cx="3840480" cy="913891"/>
          </a:xfrm>
          <a:prstGeom prst="rect">
            <a:avLst/>
          </a:prstGeom>
          <a:noFill/>
        </p:spPr>
        <p:txBody>
          <a:bodyPr wrap="none" lIns="177800" rIns="177800" tIns="0" bIns="0">
            <a:spAutoFit/>
          </a:bodyPr>
          <a:lstStyle/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sz="1800" i="0">
                <a:solidFill>
                  <a:srgbClr val="FFFFFF"/>
                </a:solidFill>
                <a:latin typeface="Arial"/>
              </a:defRPr>
            </a:pPr>
            <a:r>
              <a:rPr>
                <a:solidFill>
                  <a:srgbClr val="FFFFFF"/>
                </a:solidFill>
              </a:rPr>
              <a:t>А теперь представьте женщину,</a:t>
            </a:r>
          </a:p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sz="1800" i="0">
                <a:solidFill>
                  <a:srgbClr val="FFFFFF"/>
                </a:solidFill>
                <a:latin typeface="Arial"/>
              </a:defRPr>
            </a:pPr>
            <a:r>
              <a:rPr>
                <a:solidFill>
                  <a:srgbClr val="FFFFFF"/>
                </a:solidFill>
              </a:rPr>
              <a:t>после которой мужчина</a:t>
            </a:r>
          </a:p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sz="1800" i="0">
                <a:solidFill>
                  <a:srgbClr val="FFFFFF"/>
                </a:solidFill>
                <a:latin typeface="Arial"/>
              </a:defRPr>
            </a:pPr>
            <a:r>
              <a:rPr>
                <a:solidFill>
                  <a:srgbClr val="FFFFFF"/>
                </a:solidFill>
              </a:rPr>
              <a:t>одновременно уносит:</a:t>
            </a:r>
          </a:p>
        </p:txBody>
      </p:sp>
      <p:sp>
        <p:nvSpPr>
          <p:cNvPr id="6" name="Teaching card"/>
          <p:cNvSpPr/>
          <p:nvPr/>
        </p:nvSpPr>
        <p:spPr>
          <a:xfrm>
            <a:off x="4121150" y="2958592"/>
            <a:ext cx="3827780" cy="1180592"/>
          </a:xfrm>
          <a:prstGeom prst="rect">
            <a:avLst/>
          </a:prstGeom>
          <a:solidFill>
            <a:srgbClr val="282828"/>
          </a:solidFill>
          <a:ln w="635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0" y="3098292"/>
            <a:ext cx="3840480" cy="913891"/>
          </a:xfrm>
          <a:prstGeom prst="rect">
            <a:avLst/>
          </a:prstGeom>
          <a:noFill/>
        </p:spPr>
        <p:txBody>
          <a:bodyPr wrap="none" lIns="177800" rIns="177800" tIns="0" bIns="0">
            <a:spAutoFit/>
          </a:bodyPr>
          <a:lstStyle/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sz="1800" i="0">
                <a:solidFill>
                  <a:srgbClr val="FFFFFF"/>
                </a:solidFill>
                <a:latin typeface="Arial"/>
              </a:defRPr>
            </a:pPr>
            <a:r>
              <a:rPr>
                <a:solidFill>
                  <a:srgbClr val="FFFFFF"/>
                </a:solidFill>
              </a:rPr>
              <a:t>восхищение, интерес, </a:t>
            </a:r>
            <a:r>
              <a:rPr>
                <a:solidFill>
                  <a:srgbClr val="D4AF37"/>
                </a:solidFill>
              </a:rPr>
              <a:t>лёгкость</a:t>
            </a:r>
            <a:r>
              <a:rPr>
                <a:solidFill>
                  <a:srgbClr val="FFFFFF"/>
                </a:solidFill>
              </a:rPr>
              <a:t>,</a:t>
            </a:r>
          </a:p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sz="1800" i="0">
                <a:solidFill>
                  <a:srgbClr val="FFFFFF"/>
                </a:solidFill>
                <a:latin typeface="Arial"/>
              </a:defRPr>
            </a:pPr>
            <a:r>
              <a:rPr>
                <a:solidFill>
                  <a:srgbClr val="D4AF37"/>
                </a:solidFill>
              </a:rPr>
              <a:t>уважение</a:t>
            </a:r>
            <a:r>
              <a:rPr>
                <a:solidFill>
                  <a:srgbClr val="FFFFFF"/>
                </a:solidFill>
              </a:rPr>
              <a:t>, любопытство,</a:t>
            </a:r>
          </a:p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sz="1800" i="0">
                <a:solidFill>
                  <a:srgbClr val="FFFFFF"/>
                </a:solidFill>
                <a:latin typeface="Arial"/>
              </a:defRPr>
            </a:pPr>
            <a:r>
              <a:rPr>
                <a:solidFill>
                  <a:srgbClr val="D4AF37"/>
                </a:solidFill>
              </a:rPr>
              <a:t>вдохновение</a:t>
            </a:r>
            <a:r>
              <a:rPr>
                <a:solidFill>
                  <a:srgbClr val="FFFFFF"/>
                </a:solidFill>
              </a:rPr>
              <a:t>, тепло,</a:t>
            </a:r>
          </a:p>
        </p:txBody>
      </p:sp>
      <p:sp>
        <p:nvSpPr>
          <p:cNvPr id="8" name="Bottom page-number mask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0" y="355600"/>
            <a:ext cx="7315200" cy="1071372"/>
          </a:xfrm>
          <a:prstGeom prst="rect">
            <a:avLst/>
          </a:prstGeom>
          <a:noFill/>
        </p:spPr>
        <p:txBody>
          <a:bodyPr wrap="none" lIns="25400" rIns="25400" tIns="0" bIns="0">
            <a:spAutoFit/>
          </a:bodyPr>
          <a:lstStyle/>
          <a:p>
            <a:pPr>
              <a:lnSpc>
                <a:spcPts val="3968"/>
              </a:lnSpc>
              <a:spcBef>
                <a:spcPts val="0"/>
              </a:spcBef>
              <a:spcAft>
                <a:spcPts val="0"/>
              </a:spcAft>
              <a:defRPr sz="3200" i="0">
                <a:solidFill>
                  <a:srgbClr val="D4AF37"/>
                </a:solidFill>
                <a:latin typeface="Georgia"/>
              </a:defRPr>
            </a:pPr>
            <a:r>
              <a:rPr>
                <a:solidFill>
                  <a:srgbClr val="D4AF37"/>
                </a:solidFill>
              </a:rPr>
              <a:t>Совершенно другой</a:t>
            </a:r>
          </a:p>
          <a:p>
            <a:pPr>
              <a:lnSpc>
                <a:spcPts val="3968"/>
              </a:lnSpc>
              <a:spcBef>
                <a:spcPts val="0"/>
              </a:spcBef>
              <a:spcAft>
                <a:spcPts val="0"/>
              </a:spcAft>
              <a:defRPr sz="3200" i="0">
                <a:solidFill>
                  <a:srgbClr val="D4AF37"/>
                </a:solidFill>
                <a:latin typeface="Georgia"/>
              </a:defRPr>
            </a:pPr>
            <a:r>
              <a:rPr>
                <a:solidFill>
                  <a:srgbClr val="D4AF37"/>
                </a:solidFill>
              </a:rPr>
              <a:t>объём впечатления.</a:t>
            </a:r>
          </a:p>
        </p:txBody>
      </p:sp>
      <p:pic>
        <p:nvPicPr>
          <p:cNvPr id="3" name="Embedded stock photo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0" y="1371600"/>
            <a:ext cx="3200400" cy="4572000"/>
          </a:xfrm>
          <a:prstGeom prst="rect">
            <a:avLst/>
          </a:prstGeom>
        </p:spPr>
      </p:pic>
      <p:sp>
        <p:nvSpPr>
          <p:cNvPr id="4" name="Teaching card"/>
          <p:cNvSpPr/>
          <p:nvPr/>
        </p:nvSpPr>
        <p:spPr>
          <a:xfrm>
            <a:off x="4121150" y="1651000"/>
            <a:ext cx="3827780" cy="613664"/>
          </a:xfrm>
          <a:prstGeom prst="rect">
            <a:avLst/>
          </a:prstGeom>
          <a:solidFill>
            <a:srgbClr val="282828"/>
          </a:solidFill>
          <a:ln w="635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0" y="1790700"/>
            <a:ext cx="3840480" cy="346964"/>
          </a:xfrm>
          <a:prstGeom prst="rect">
            <a:avLst/>
          </a:prstGeom>
          <a:noFill/>
        </p:spPr>
        <p:txBody>
          <a:bodyPr wrap="none" lIns="177800" rIns="177800" tIns="0" bIns="0">
            <a:spAutoFit/>
          </a:bodyPr>
          <a:lstStyle/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sz="1800" i="0">
                <a:solidFill>
                  <a:srgbClr val="FFFFFF"/>
                </a:solidFill>
                <a:latin typeface="Arial"/>
              </a:defRPr>
            </a:pPr>
            <a:r>
              <a:rPr>
                <a:solidFill>
                  <a:srgbClr val="FFFFFF"/>
                </a:solidFill>
              </a:rPr>
              <a:t>яркое воспоминание.</a:t>
            </a:r>
          </a:p>
        </p:txBody>
      </p:sp>
      <p:sp>
        <p:nvSpPr>
          <p:cNvPr id="6" name="Teaching card"/>
          <p:cNvSpPr/>
          <p:nvPr/>
        </p:nvSpPr>
        <p:spPr>
          <a:xfrm>
            <a:off x="4121150" y="2391664"/>
            <a:ext cx="3827780" cy="897128"/>
          </a:xfrm>
          <a:prstGeom prst="rect">
            <a:avLst/>
          </a:prstGeom>
          <a:solidFill>
            <a:srgbClr val="282828"/>
          </a:solidFill>
          <a:ln w="635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0" y="2531364"/>
            <a:ext cx="3840480" cy="630428"/>
          </a:xfrm>
          <a:prstGeom prst="rect">
            <a:avLst/>
          </a:prstGeom>
          <a:noFill/>
        </p:spPr>
        <p:txBody>
          <a:bodyPr wrap="none" lIns="177800" rIns="177800" tIns="0" bIns="0">
            <a:spAutoFit/>
          </a:bodyPr>
          <a:lstStyle/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sz="1800" i="0">
                <a:solidFill>
                  <a:srgbClr val="FFFFFF"/>
                </a:solidFill>
                <a:latin typeface="Arial"/>
              </a:defRPr>
            </a:pPr>
            <a:r>
              <a:rPr>
                <a:solidFill>
                  <a:srgbClr val="FFFFFF"/>
                </a:solidFill>
              </a:rPr>
              <a:t>Это уже совершенно другой</a:t>
            </a:r>
          </a:p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sz="1800" i="0">
                <a:solidFill>
                  <a:srgbClr val="FFFFFF"/>
                </a:solidFill>
                <a:latin typeface="Arial"/>
              </a:defRPr>
            </a:pPr>
            <a:r>
              <a:rPr>
                <a:solidFill>
                  <a:srgbClr val="FFFFFF"/>
                </a:solidFill>
              </a:rPr>
              <a:t>объём впечатления.</a:t>
            </a:r>
          </a:p>
        </p:txBody>
      </p:sp>
      <p:sp>
        <p:nvSpPr>
          <p:cNvPr id="8" name="Bottom page-number mask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0" y="355600"/>
            <a:ext cx="7315200" cy="567436"/>
          </a:xfrm>
          <a:prstGeom prst="rect">
            <a:avLst/>
          </a:prstGeom>
          <a:noFill/>
        </p:spPr>
        <p:txBody>
          <a:bodyPr wrap="none" lIns="25400" rIns="25400" tIns="0" bIns="0">
            <a:spAutoFit/>
          </a:bodyPr>
          <a:lstStyle/>
          <a:p>
            <a:pPr>
              <a:lnSpc>
                <a:spcPts val="3968"/>
              </a:lnSpc>
              <a:spcBef>
                <a:spcPts val="0"/>
              </a:spcBef>
              <a:spcAft>
                <a:spcPts val="0"/>
              </a:spcAft>
              <a:defRPr sz="3200" i="0">
                <a:solidFill>
                  <a:srgbClr val="D4AF37"/>
                </a:solidFill>
                <a:latin typeface="Georgia"/>
              </a:defRPr>
            </a:pPr>
            <a:r>
              <a:rPr>
                <a:solidFill>
                  <a:srgbClr val="D4AF37"/>
                </a:solidFill>
              </a:rPr>
              <a:t>Закон многогранности</a:t>
            </a:r>
          </a:p>
        </p:txBody>
      </p:sp>
      <p:pic>
        <p:nvPicPr>
          <p:cNvPr id="3" name="Embedded stock photo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0" y="1371600"/>
            <a:ext cx="3200400" cy="4572000"/>
          </a:xfrm>
          <a:prstGeom prst="rect">
            <a:avLst/>
          </a:prstGeom>
        </p:spPr>
      </p:pic>
      <p:sp>
        <p:nvSpPr>
          <p:cNvPr id="4" name="Quote"/>
          <p:cNvSpPr/>
          <p:nvPr/>
        </p:nvSpPr>
        <p:spPr>
          <a:xfrm>
            <a:off x="4121150" y="1651000"/>
            <a:ext cx="3827780" cy="1180592"/>
          </a:xfrm>
          <a:prstGeom prst="rect">
            <a:avLst/>
          </a:prstGeom>
          <a:solidFill>
            <a:srgbClr val="1A1A1A"/>
          </a:solidFill>
          <a:ln w="635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0" y="1790700"/>
            <a:ext cx="3840480" cy="913891"/>
          </a:xfrm>
          <a:prstGeom prst="rect">
            <a:avLst/>
          </a:prstGeom>
          <a:noFill/>
        </p:spPr>
        <p:txBody>
          <a:bodyPr wrap="none" lIns="177800" rIns="177800" tIns="0" bIns="0">
            <a:spAutoFit/>
          </a:bodyPr>
          <a:lstStyle/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sz="1800" i="1">
                <a:solidFill>
                  <a:srgbClr val="D4AF37"/>
                </a:solidFill>
                <a:latin typeface="Georgia"/>
              </a:defRPr>
            </a:pPr>
            <a:r>
              <a:rPr>
                <a:solidFill>
                  <a:srgbClr val="D4AF37"/>
                </a:solidFill>
              </a:rPr>
              <a:t>Чем больше раскрытых граней</a:t>
            </a:r>
          </a:p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sz="1800" i="1">
                <a:solidFill>
                  <a:srgbClr val="D4AF37"/>
                </a:solidFill>
                <a:latin typeface="Georgia"/>
              </a:defRPr>
            </a:pPr>
            <a:r>
              <a:rPr>
                <a:solidFill>
                  <a:srgbClr val="D4AF37"/>
                </a:solidFill>
              </a:rPr>
              <a:t>— тем объёмнее образ</a:t>
            </a:r>
          </a:p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sz="1800" i="1">
                <a:solidFill>
                  <a:srgbClr val="D4AF37"/>
                </a:solidFill>
                <a:latin typeface="Georgia"/>
              </a:defRPr>
            </a:pPr>
            <a:r>
              <a:rPr>
                <a:solidFill>
                  <a:srgbClr val="D4AF37"/>
                </a:solidFill>
              </a:rPr>
              <a:t>женщины.</a:t>
            </a:r>
          </a:p>
        </p:txBody>
      </p:sp>
      <p:sp>
        <p:nvSpPr>
          <p:cNvPr id="6" name="Teaching card"/>
          <p:cNvSpPr/>
          <p:nvPr/>
        </p:nvSpPr>
        <p:spPr>
          <a:xfrm>
            <a:off x="4121150" y="2958592"/>
            <a:ext cx="3827780" cy="897128"/>
          </a:xfrm>
          <a:prstGeom prst="rect">
            <a:avLst/>
          </a:prstGeom>
          <a:solidFill>
            <a:srgbClr val="282828"/>
          </a:solidFill>
          <a:ln w="635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0" y="3098292"/>
            <a:ext cx="3840480" cy="630428"/>
          </a:xfrm>
          <a:prstGeom prst="rect">
            <a:avLst/>
          </a:prstGeom>
          <a:noFill/>
        </p:spPr>
        <p:txBody>
          <a:bodyPr wrap="none" lIns="177800" rIns="177800" tIns="0" bIns="0">
            <a:spAutoFit/>
          </a:bodyPr>
          <a:lstStyle/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sz="1800" i="0">
                <a:solidFill>
                  <a:srgbClr val="FFFFFF"/>
                </a:solidFill>
                <a:latin typeface="Arial"/>
              </a:defRPr>
            </a:pPr>
            <a:r>
              <a:rPr>
                <a:solidFill>
                  <a:srgbClr val="FFFFFF"/>
                </a:solidFill>
              </a:rPr>
              <a:t>И это второй важнейший</a:t>
            </a:r>
          </a:p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sz="1800" i="0">
                <a:solidFill>
                  <a:srgbClr val="FFFFFF"/>
                </a:solidFill>
                <a:latin typeface="Arial"/>
              </a:defRPr>
            </a:pPr>
            <a:r>
              <a:rPr>
                <a:solidFill>
                  <a:srgbClr val="FFFFFF"/>
                </a:solidFill>
              </a:rPr>
              <a:t>принцип нашей программы.</a:t>
            </a:r>
          </a:p>
        </p:txBody>
      </p:sp>
      <p:sp>
        <p:nvSpPr>
          <p:cNvPr id="8" name="Bottom page-number mask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0" y="355600"/>
            <a:ext cx="7315200" cy="567436"/>
          </a:xfrm>
          <a:prstGeom prst="rect">
            <a:avLst/>
          </a:prstGeom>
          <a:noFill/>
        </p:spPr>
        <p:txBody>
          <a:bodyPr wrap="none" lIns="25400" rIns="25400" tIns="0" bIns="0">
            <a:spAutoFit/>
          </a:bodyPr>
          <a:lstStyle/>
          <a:p>
            <a:pPr>
              <a:lnSpc>
                <a:spcPts val="3968"/>
              </a:lnSpc>
              <a:spcBef>
                <a:spcPts val="0"/>
              </a:spcBef>
              <a:spcAft>
                <a:spcPts val="0"/>
              </a:spcAft>
              <a:defRPr sz="3200" i="0">
                <a:solidFill>
                  <a:srgbClr val="D4AF37"/>
                </a:solidFill>
                <a:latin typeface="Georgia"/>
              </a:defRPr>
            </a:pPr>
            <a:r>
              <a:rPr>
                <a:solidFill>
                  <a:srgbClr val="D4AF37"/>
                </a:solidFill>
              </a:rPr>
              <a:t>Закон многогранности</a:t>
            </a:r>
          </a:p>
        </p:txBody>
      </p:sp>
      <p:pic>
        <p:nvPicPr>
          <p:cNvPr id="3" name="Embedded stock photo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0" y="1371600"/>
            <a:ext cx="3200400" cy="4572000"/>
          </a:xfrm>
          <a:prstGeom prst="rect">
            <a:avLst/>
          </a:prstGeom>
        </p:spPr>
      </p:pic>
      <p:sp>
        <p:nvSpPr>
          <p:cNvPr id="4" name="Teaching card"/>
          <p:cNvSpPr/>
          <p:nvPr/>
        </p:nvSpPr>
        <p:spPr>
          <a:xfrm>
            <a:off x="4121150" y="1651000"/>
            <a:ext cx="3827780" cy="1180592"/>
          </a:xfrm>
          <a:prstGeom prst="rect">
            <a:avLst/>
          </a:prstGeom>
          <a:solidFill>
            <a:srgbClr val="282828"/>
          </a:solidFill>
          <a:ln w="635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0" y="1790700"/>
            <a:ext cx="3840480" cy="913891"/>
          </a:xfrm>
          <a:prstGeom prst="rect">
            <a:avLst/>
          </a:prstGeom>
          <a:noFill/>
        </p:spPr>
        <p:txBody>
          <a:bodyPr wrap="none" lIns="177800" rIns="177800" tIns="0" bIns="0">
            <a:spAutoFit/>
          </a:bodyPr>
          <a:lstStyle/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sz="1800" i="0">
                <a:solidFill>
                  <a:srgbClr val="FFFFFF"/>
                </a:solidFill>
                <a:latin typeface="Arial"/>
              </a:defRPr>
            </a:pPr>
            <a:r>
              <a:rPr>
                <a:solidFill>
                  <a:srgbClr val="FFFFFF"/>
                </a:solidFill>
              </a:rPr>
              <a:t>Незабываемость редко</a:t>
            </a:r>
          </a:p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sz="1800" i="0">
                <a:solidFill>
                  <a:srgbClr val="FFFFFF"/>
                </a:solidFill>
                <a:latin typeface="Arial"/>
              </a:defRPr>
            </a:pPr>
            <a:r>
              <a:rPr>
                <a:solidFill>
                  <a:srgbClr val="FFFFFF"/>
                </a:solidFill>
              </a:rPr>
              <a:t>создаётся одной</a:t>
            </a:r>
          </a:p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sz="1800" i="0">
                <a:solidFill>
                  <a:srgbClr val="FFFFFF"/>
                </a:solidFill>
                <a:latin typeface="Arial"/>
              </a:defRPr>
            </a:pPr>
            <a:r>
              <a:rPr>
                <a:solidFill>
                  <a:srgbClr val="FFFFFF"/>
                </a:solidFill>
              </a:rPr>
              <a:t>суперспособностью.</a:t>
            </a:r>
          </a:p>
        </p:txBody>
      </p:sp>
      <p:sp>
        <p:nvSpPr>
          <p:cNvPr id="6" name="Teaching card"/>
          <p:cNvSpPr/>
          <p:nvPr/>
        </p:nvSpPr>
        <p:spPr>
          <a:xfrm>
            <a:off x="4121150" y="2958592"/>
            <a:ext cx="3827780" cy="613664"/>
          </a:xfrm>
          <a:prstGeom prst="rect">
            <a:avLst/>
          </a:prstGeom>
          <a:solidFill>
            <a:srgbClr val="282828"/>
          </a:solidFill>
          <a:ln w="635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0" y="3098292"/>
            <a:ext cx="3840480" cy="346964"/>
          </a:xfrm>
          <a:prstGeom prst="rect">
            <a:avLst/>
          </a:prstGeom>
          <a:noFill/>
        </p:spPr>
        <p:txBody>
          <a:bodyPr wrap="none" lIns="177800" rIns="177800" tIns="0" bIns="0">
            <a:spAutoFit/>
          </a:bodyPr>
          <a:lstStyle/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sz="1800" i="0">
                <a:solidFill>
                  <a:srgbClr val="FFFFFF"/>
                </a:solidFill>
                <a:latin typeface="Arial"/>
              </a:defRPr>
            </a:pPr>
            <a:r>
              <a:rPr>
                <a:solidFill>
                  <a:srgbClr val="FFFFFF"/>
                </a:solidFill>
              </a:rPr>
              <a:t>Она создаётся </a:t>
            </a:r>
            <a:r>
              <a:rPr>
                <a:solidFill>
                  <a:srgbClr val="D4AF37"/>
                </a:solidFill>
              </a:rPr>
              <a:t>комбинацией</a:t>
            </a:r>
            <a:r>
              <a:rPr>
                <a:solidFill>
                  <a:srgbClr val="FFFFFF"/>
                </a:solidFill>
              </a:rPr>
              <a:t>.</a:t>
            </a:r>
          </a:p>
        </p:txBody>
      </p:sp>
      <p:sp>
        <p:nvSpPr>
          <p:cNvPr id="8" name="Bottom page-number mask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0" y="355600"/>
            <a:ext cx="7315200" cy="567436"/>
          </a:xfrm>
          <a:prstGeom prst="rect">
            <a:avLst/>
          </a:prstGeom>
          <a:noFill/>
        </p:spPr>
        <p:txBody>
          <a:bodyPr wrap="none" lIns="25400" rIns="25400" tIns="0" bIns="0">
            <a:spAutoFit/>
          </a:bodyPr>
          <a:lstStyle/>
          <a:p>
            <a:pPr>
              <a:lnSpc>
                <a:spcPts val="3968"/>
              </a:lnSpc>
              <a:spcBef>
                <a:spcPts val="0"/>
              </a:spcBef>
              <a:spcAft>
                <a:spcPts val="0"/>
              </a:spcAft>
              <a:defRPr sz="3200" i="0">
                <a:solidFill>
                  <a:srgbClr val="D4AF37"/>
                </a:solidFill>
                <a:latin typeface="Georgia"/>
              </a:defRPr>
            </a:pPr>
            <a:r>
              <a:rPr>
                <a:solidFill>
                  <a:srgbClr val="D4AF37"/>
                </a:solidFill>
              </a:rPr>
              <a:t>Только одна грань</a:t>
            </a:r>
          </a:p>
        </p:txBody>
      </p:sp>
      <p:pic>
        <p:nvPicPr>
          <p:cNvPr id="3" name="Embedded stock photo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0" y="1371600"/>
            <a:ext cx="3200400" cy="4572000"/>
          </a:xfrm>
          <a:prstGeom prst="rect">
            <a:avLst/>
          </a:prstGeom>
        </p:spPr>
      </p:pic>
      <p:sp>
        <p:nvSpPr>
          <p:cNvPr id="4" name="Teaching card"/>
          <p:cNvSpPr/>
          <p:nvPr/>
        </p:nvSpPr>
        <p:spPr>
          <a:xfrm>
            <a:off x="4121150" y="1651000"/>
            <a:ext cx="3827780" cy="1464056"/>
          </a:xfrm>
          <a:prstGeom prst="rect">
            <a:avLst/>
          </a:prstGeom>
          <a:solidFill>
            <a:srgbClr val="282828"/>
          </a:solidFill>
          <a:ln w="635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0" y="1790700"/>
            <a:ext cx="3840480" cy="1197356"/>
          </a:xfrm>
          <a:prstGeom prst="rect">
            <a:avLst/>
          </a:prstGeom>
          <a:noFill/>
        </p:spPr>
        <p:txBody>
          <a:bodyPr wrap="none" lIns="177800" rIns="177800" tIns="0" bIns="0">
            <a:spAutoFit/>
          </a:bodyPr>
          <a:lstStyle/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sz="1800" i="0">
                <a:solidFill>
                  <a:srgbClr val="FFFFFF"/>
                </a:solidFill>
                <a:latin typeface="Arial"/>
              </a:defRPr>
            </a:pPr>
            <a:r>
              <a:rPr>
                <a:solidFill>
                  <a:srgbClr val="FFFFFF"/>
                </a:solidFill>
              </a:rPr>
              <a:t>Потому что если женщина</a:t>
            </a:r>
          </a:p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sz="1800" i="0">
                <a:solidFill>
                  <a:srgbClr val="FFFFFF"/>
                </a:solidFill>
                <a:latin typeface="Arial"/>
              </a:defRPr>
            </a:pPr>
            <a:r>
              <a:rPr>
                <a:solidFill>
                  <a:srgbClr val="FFFFFF"/>
                </a:solidFill>
              </a:rPr>
              <a:t>только красивая — мужчина</a:t>
            </a:r>
          </a:p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sz="1800" i="0">
                <a:solidFill>
                  <a:srgbClr val="FFFFFF"/>
                </a:solidFill>
                <a:latin typeface="Arial"/>
              </a:defRPr>
            </a:pPr>
            <a:r>
              <a:rPr>
                <a:solidFill>
                  <a:srgbClr val="FFFFFF"/>
                </a:solidFill>
              </a:rPr>
              <a:t>достаточно быстро привыкает к</a:t>
            </a:r>
          </a:p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sz="1800" i="0">
                <a:solidFill>
                  <a:srgbClr val="FFFFFF"/>
                </a:solidFill>
                <a:latin typeface="Arial"/>
              </a:defRPr>
            </a:pPr>
            <a:r>
              <a:rPr>
                <a:solidFill>
                  <a:srgbClr val="FFFFFF"/>
                </a:solidFill>
              </a:rPr>
              <a:t>красоте.</a:t>
            </a:r>
          </a:p>
        </p:txBody>
      </p:sp>
      <p:sp>
        <p:nvSpPr>
          <p:cNvPr id="6" name="Teaching card"/>
          <p:cNvSpPr/>
          <p:nvPr/>
        </p:nvSpPr>
        <p:spPr>
          <a:xfrm>
            <a:off x="4121150" y="3242056"/>
            <a:ext cx="3827780" cy="1464056"/>
          </a:xfrm>
          <a:prstGeom prst="rect">
            <a:avLst/>
          </a:prstGeom>
          <a:solidFill>
            <a:srgbClr val="282828"/>
          </a:solidFill>
          <a:ln w="635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0" y="3381755"/>
            <a:ext cx="3840480" cy="1197356"/>
          </a:xfrm>
          <a:prstGeom prst="rect">
            <a:avLst/>
          </a:prstGeom>
          <a:noFill/>
        </p:spPr>
        <p:txBody>
          <a:bodyPr wrap="none" lIns="177800" rIns="177800" tIns="0" bIns="0">
            <a:spAutoFit/>
          </a:bodyPr>
          <a:lstStyle/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sz="1800" i="0">
                <a:solidFill>
                  <a:srgbClr val="FFFFFF"/>
                </a:solidFill>
                <a:latin typeface="Arial"/>
              </a:defRPr>
            </a:pPr>
            <a:r>
              <a:rPr>
                <a:solidFill>
                  <a:srgbClr val="FFFFFF"/>
                </a:solidFill>
              </a:rPr>
              <a:t>Если она только лёгкая —</a:t>
            </a:r>
          </a:p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sz="1800" i="0">
                <a:solidFill>
                  <a:srgbClr val="FFFFFF"/>
                </a:solidFill>
                <a:latin typeface="Arial"/>
              </a:defRPr>
            </a:pPr>
            <a:r>
              <a:rPr>
                <a:solidFill>
                  <a:srgbClr val="FFFFFF"/>
                </a:solidFill>
              </a:rPr>
              <a:t>прекрасно, но этого может быть</a:t>
            </a:r>
          </a:p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sz="1800" i="0">
                <a:solidFill>
                  <a:srgbClr val="FFFFFF"/>
                </a:solidFill>
                <a:latin typeface="Arial"/>
              </a:defRPr>
            </a:pPr>
            <a:r>
              <a:rPr>
                <a:solidFill>
                  <a:srgbClr val="FFFFFF"/>
                </a:solidFill>
              </a:rPr>
              <a:t>мало. Только умная — тоже</a:t>
            </a:r>
          </a:p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sz="1800" i="0">
                <a:solidFill>
                  <a:srgbClr val="FFFFFF"/>
                </a:solidFill>
                <a:latin typeface="Arial"/>
              </a:defRPr>
            </a:pPr>
            <a:r>
              <a:rPr>
                <a:solidFill>
                  <a:srgbClr val="FFFFFF"/>
                </a:solidFill>
              </a:rPr>
              <a:t>одна грань.</a:t>
            </a:r>
          </a:p>
        </p:txBody>
      </p:sp>
      <p:sp>
        <p:nvSpPr>
          <p:cNvPr id="8" name="Bottom page-number mask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0" y="355600"/>
            <a:ext cx="7315200" cy="567436"/>
          </a:xfrm>
          <a:prstGeom prst="rect">
            <a:avLst/>
          </a:prstGeom>
          <a:noFill/>
        </p:spPr>
        <p:txBody>
          <a:bodyPr wrap="none" lIns="25400" rIns="25400" tIns="0" bIns="0">
            <a:spAutoFit/>
          </a:bodyPr>
          <a:lstStyle/>
          <a:p>
            <a:pPr>
              <a:lnSpc>
                <a:spcPts val="3968"/>
              </a:lnSpc>
              <a:spcBef>
                <a:spcPts val="0"/>
              </a:spcBef>
              <a:spcAft>
                <a:spcPts val="0"/>
              </a:spcAft>
              <a:defRPr sz="3200" i="0">
                <a:solidFill>
                  <a:srgbClr val="D4AF37"/>
                </a:solidFill>
                <a:latin typeface="Georgia"/>
              </a:defRPr>
            </a:pPr>
            <a:r>
              <a:rPr>
                <a:solidFill>
                  <a:srgbClr val="D4AF37"/>
                </a:solidFill>
              </a:rPr>
              <a:t>Она создаётся комбинацией.</a:t>
            </a:r>
          </a:p>
        </p:txBody>
      </p:sp>
      <p:pic>
        <p:nvPicPr>
          <p:cNvPr id="3" name="Embedded stock photo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0" y="1371600"/>
            <a:ext cx="3200400" cy="4572000"/>
          </a:xfrm>
          <a:prstGeom prst="rect">
            <a:avLst/>
          </a:prstGeom>
        </p:spPr>
      </p:pic>
      <p:sp>
        <p:nvSpPr>
          <p:cNvPr id="4" name="Teaching card"/>
          <p:cNvSpPr/>
          <p:nvPr/>
        </p:nvSpPr>
        <p:spPr>
          <a:xfrm>
            <a:off x="4121150" y="1651000"/>
            <a:ext cx="3827780" cy="1180592"/>
          </a:xfrm>
          <a:prstGeom prst="rect">
            <a:avLst/>
          </a:prstGeom>
          <a:solidFill>
            <a:srgbClr val="282828"/>
          </a:solidFill>
          <a:ln w="635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0" y="1790700"/>
            <a:ext cx="3840480" cy="913891"/>
          </a:xfrm>
          <a:prstGeom prst="rect">
            <a:avLst/>
          </a:prstGeom>
          <a:noFill/>
        </p:spPr>
        <p:txBody>
          <a:bodyPr wrap="none" lIns="177800" rIns="177800" tIns="0" bIns="0">
            <a:spAutoFit/>
          </a:bodyPr>
          <a:lstStyle/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sz="1800" i="0">
                <a:solidFill>
                  <a:srgbClr val="FFFFFF"/>
                </a:solidFill>
                <a:latin typeface="Arial"/>
              </a:defRPr>
            </a:pPr>
            <a:r>
              <a:rPr>
                <a:solidFill>
                  <a:srgbClr val="FFFFFF"/>
                </a:solidFill>
              </a:rPr>
              <a:t>А теперь представьте: она</a:t>
            </a:r>
          </a:p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sz="1800" i="0">
                <a:solidFill>
                  <a:srgbClr val="FFFFFF"/>
                </a:solidFill>
                <a:latin typeface="Arial"/>
              </a:defRPr>
            </a:pPr>
            <a:r>
              <a:rPr>
                <a:solidFill>
                  <a:srgbClr val="FFFFFF"/>
                </a:solidFill>
              </a:rPr>
              <a:t>лёгкая, но глубокая. Нежная, но</a:t>
            </a:r>
          </a:p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sz="1800" i="0">
                <a:solidFill>
                  <a:srgbClr val="FFFFFF"/>
                </a:solidFill>
                <a:latin typeface="Arial"/>
              </a:defRPr>
            </a:pPr>
            <a:r>
              <a:rPr>
                <a:solidFill>
                  <a:srgbClr val="FFFFFF"/>
                </a:solidFill>
              </a:rPr>
              <a:t>с характером.</a:t>
            </a:r>
          </a:p>
        </p:txBody>
      </p:sp>
      <p:sp>
        <p:nvSpPr>
          <p:cNvPr id="6" name="Teaching card"/>
          <p:cNvSpPr/>
          <p:nvPr/>
        </p:nvSpPr>
        <p:spPr>
          <a:xfrm>
            <a:off x="4121150" y="2958592"/>
            <a:ext cx="3827780" cy="1180592"/>
          </a:xfrm>
          <a:prstGeom prst="rect">
            <a:avLst/>
          </a:prstGeom>
          <a:solidFill>
            <a:srgbClr val="282828"/>
          </a:solidFill>
          <a:ln w="635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0" y="3098292"/>
            <a:ext cx="3840480" cy="913891"/>
          </a:xfrm>
          <a:prstGeom prst="rect">
            <a:avLst/>
          </a:prstGeom>
          <a:noFill/>
        </p:spPr>
        <p:txBody>
          <a:bodyPr wrap="none" lIns="177800" rIns="177800" tIns="0" bIns="0">
            <a:spAutoFit/>
          </a:bodyPr>
          <a:lstStyle/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sz="1800" i="0">
                <a:solidFill>
                  <a:srgbClr val="FFFFFF"/>
                </a:solidFill>
                <a:latin typeface="Arial"/>
              </a:defRPr>
            </a:pPr>
            <a:r>
              <a:rPr>
                <a:solidFill>
                  <a:srgbClr val="FFFFFF"/>
                </a:solidFill>
              </a:rPr>
              <a:t>Женственная, но со своим</a:t>
            </a:r>
          </a:p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sz="1800" i="0">
                <a:solidFill>
                  <a:srgbClr val="FFFFFF"/>
                </a:solidFill>
                <a:latin typeface="Arial"/>
              </a:defRPr>
            </a:pPr>
            <a:r>
              <a:rPr>
                <a:solidFill>
                  <a:srgbClr val="FFFFFF"/>
                </a:solidFill>
              </a:rPr>
              <a:t>миром. Спокойная, но иногда</a:t>
            </a:r>
          </a:p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sz="1800" i="0">
                <a:solidFill>
                  <a:srgbClr val="FFFFFF"/>
                </a:solidFill>
                <a:latin typeface="Arial"/>
              </a:defRPr>
            </a:pPr>
            <a:r>
              <a:rPr>
                <a:solidFill>
                  <a:srgbClr val="FFFFFF"/>
                </a:solidFill>
              </a:rPr>
              <a:t>совершенно неожиданная.</a:t>
            </a:r>
          </a:p>
        </p:txBody>
      </p:sp>
      <p:sp>
        <p:nvSpPr>
          <p:cNvPr id="8" name="Bottom page-number mask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0" y="355600"/>
            <a:ext cx="7315200" cy="1071372"/>
          </a:xfrm>
          <a:prstGeom prst="rect">
            <a:avLst/>
          </a:prstGeom>
          <a:noFill/>
        </p:spPr>
        <p:txBody>
          <a:bodyPr wrap="none" lIns="25400" rIns="25400" tIns="0" bIns="0">
            <a:spAutoFit/>
          </a:bodyPr>
          <a:lstStyle/>
          <a:p>
            <a:pPr>
              <a:lnSpc>
                <a:spcPts val="3968"/>
              </a:lnSpc>
              <a:spcBef>
                <a:spcPts val="0"/>
              </a:spcBef>
              <a:spcAft>
                <a:spcPts val="0"/>
              </a:spcAft>
              <a:defRPr sz="3200" i="0">
                <a:solidFill>
                  <a:srgbClr val="D4AF37"/>
                </a:solidFill>
                <a:latin typeface="Georgia"/>
              </a:defRPr>
            </a:pPr>
            <a:r>
              <a:rPr>
                <a:solidFill>
                  <a:srgbClr val="D4AF37"/>
                </a:solidFill>
              </a:rPr>
              <a:t>Невозможно поместить</a:t>
            </a:r>
          </a:p>
          <a:p>
            <a:pPr>
              <a:lnSpc>
                <a:spcPts val="3968"/>
              </a:lnSpc>
              <a:spcBef>
                <a:spcPts val="0"/>
              </a:spcBef>
              <a:spcAft>
                <a:spcPts val="0"/>
              </a:spcAft>
              <a:defRPr sz="3200" i="0">
                <a:solidFill>
                  <a:srgbClr val="D4AF37"/>
                </a:solidFill>
                <a:latin typeface="Georgia"/>
              </a:defRPr>
            </a:pPr>
            <a:r>
              <a:rPr>
                <a:solidFill>
                  <a:srgbClr val="D4AF37"/>
                </a:solidFill>
              </a:rPr>
              <a:t>в одну категорию</a:t>
            </a:r>
          </a:p>
        </p:txBody>
      </p:sp>
      <p:pic>
        <p:nvPicPr>
          <p:cNvPr id="3" name="Embedded stock photo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0" y="1371600"/>
            <a:ext cx="3200400" cy="4572000"/>
          </a:xfrm>
          <a:prstGeom prst="rect">
            <a:avLst/>
          </a:prstGeom>
        </p:spPr>
      </p:pic>
      <p:sp>
        <p:nvSpPr>
          <p:cNvPr id="4" name="Teaching card"/>
          <p:cNvSpPr/>
          <p:nvPr/>
        </p:nvSpPr>
        <p:spPr>
          <a:xfrm>
            <a:off x="4121150" y="1651000"/>
            <a:ext cx="3827780" cy="1747520"/>
          </a:xfrm>
          <a:prstGeom prst="rect">
            <a:avLst/>
          </a:prstGeom>
          <a:solidFill>
            <a:srgbClr val="282828"/>
          </a:solidFill>
          <a:ln w="635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0" y="1790700"/>
            <a:ext cx="3840480" cy="1480820"/>
          </a:xfrm>
          <a:prstGeom prst="rect">
            <a:avLst/>
          </a:prstGeom>
          <a:noFill/>
        </p:spPr>
        <p:txBody>
          <a:bodyPr wrap="none" lIns="177800" rIns="177800" tIns="0" bIns="0">
            <a:spAutoFit/>
          </a:bodyPr>
          <a:lstStyle/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sz="1800" i="0">
                <a:solidFill>
                  <a:srgbClr val="FFFFFF"/>
                </a:solidFill>
                <a:latin typeface="Arial"/>
              </a:defRPr>
            </a:pPr>
            <a:r>
              <a:rPr>
                <a:solidFill>
                  <a:srgbClr val="FFFFFF"/>
                </a:solidFill>
              </a:rPr>
              <a:t>С ней можно смеяться — и</a:t>
            </a:r>
          </a:p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sz="1800" i="0">
                <a:solidFill>
                  <a:srgbClr val="FFFFFF"/>
                </a:solidFill>
                <a:latin typeface="Arial"/>
              </a:defRPr>
            </a:pPr>
            <a:r>
              <a:rPr>
                <a:solidFill>
                  <a:srgbClr val="FFFFFF"/>
                </a:solidFill>
              </a:rPr>
              <a:t>через двадцать минут</a:t>
            </a:r>
          </a:p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sz="1800" i="0">
                <a:solidFill>
                  <a:srgbClr val="FFFFFF"/>
                </a:solidFill>
                <a:latin typeface="Arial"/>
              </a:defRPr>
            </a:pPr>
            <a:r>
              <a:rPr>
                <a:solidFill>
                  <a:srgbClr val="FFFFFF"/>
                </a:solidFill>
              </a:rPr>
              <a:t>разговаривать о вещах, о</a:t>
            </a:r>
          </a:p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sz="1800" i="0">
                <a:solidFill>
                  <a:srgbClr val="FFFFFF"/>
                </a:solidFill>
                <a:latin typeface="Arial"/>
              </a:defRPr>
            </a:pPr>
            <a:r>
              <a:rPr>
                <a:solidFill>
                  <a:srgbClr val="FFFFFF"/>
                </a:solidFill>
              </a:rPr>
              <a:t>которых мужчина почти ни с кем</a:t>
            </a:r>
          </a:p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sz="1800" i="0">
                <a:solidFill>
                  <a:srgbClr val="FFFFFF"/>
                </a:solidFill>
                <a:latin typeface="Arial"/>
              </a:defRPr>
            </a:pPr>
            <a:r>
              <a:rPr>
                <a:solidFill>
                  <a:srgbClr val="FFFFFF"/>
                </a:solidFill>
              </a:rPr>
              <a:t>не говорит.</a:t>
            </a:r>
          </a:p>
        </p:txBody>
      </p:sp>
      <p:sp>
        <p:nvSpPr>
          <p:cNvPr id="6" name="Quote"/>
          <p:cNvSpPr/>
          <p:nvPr/>
        </p:nvSpPr>
        <p:spPr>
          <a:xfrm>
            <a:off x="4121150" y="3525520"/>
            <a:ext cx="3827780" cy="1180592"/>
          </a:xfrm>
          <a:prstGeom prst="rect">
            <a:avLst/>
          </a:prstGeom>
          <a:solidFill>
            <a:srgbClr val="1A1A1A"/>
          </a:solidFill>
          <a:ln w="635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0" y="3665220"/>
            <a:ext cx="3840480" cy="913891"/>
          </a:xfrm>
          <a:prstGeom prst="rect">
            <a:avLst/>
          </a:prstGeom>
          <a:noFill/>
        </p:spPr>
        <p:txBody>
          <a:bodyPr wrap="none" lIns="177800" rIns="177800" tIns="0" bIns="0">
            <a:spAutoFit/>
          </a:bodyPr>
          <a:lstStyle/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sz="1800" i="1">
                <a:solidFill>
                  <a:srgbClr val="D4AF37"/>
                </a:solidFill>
                <a:latin typeface="Georgia"/>
              </a:defRPr>
            </a:pPr>
            <a:r>
              <a:rPr>
                <a:solidFill>
                  <a:srgbClr val="D4AF37"/>
                </a:solidFill>
              </a:rPr>
              <a:t>Вот такую женщину уже</a:t>
            </a:r>
          </a:p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sz="1800" i="1">
                <a:solidFill>
                  <a:srgbClr val="D4AF37"/>
                </a:solidFill>
                <a:latin typeface="Georgia"/>
              </a:defRPr>
            </a:pPr>
            <a:r>
              <a:rPr>
                <a:solidFill>
                  <a:srgbClr val="D4AF37"/>
                </a:solidFill>
              </a:rPr>
              <a:t>невозможно поместить в одну</a:t>
            </a:r>
          </a:p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sz="1800" i="1">
                <a:solidFill>
                  <a:srgbClr val="D4AF37"/>
                </a:solidFill>
                <a:latin typeface="Georgia"/>
              </a:defRPr>
            </a:pPr>
            <a:r>
              <a:rPr>
                <a:solidFill>
                  <a:srgbClr val="D4AF37"/>
                </a:solidFill>
              </a:rPr>
              <a:t>категорию.</a:t>
            </a:r>
          </a:p>
        </p:txBody>
      </p:sp>
      <p:sp>
        <p:nvSpPr>
          <p:cNvPr id="8" name="Bottom page-number mask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Ваш Кристалл незабываемости</dc:title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  <dc:language>ru-RU</dc:language>
</cp:coreProperties>
</file>