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Вводный блок</a:t>
            </a:r>
          </a:p>
          <a:p>
            <a:r>
              <a:t>«Ваш Кристалл незабываемости»</a:t>
            </a:r>
          </a:p>
          <a:p>
            <a:r>
              <a:t>Почему одних женщин забывают, а других — нет?</a:t>
            </a:r>
          </a:p>
          <a:p/>
          <a:p>
            <a:r>
              <a:t>Есть красивые женщины. Есть умные. Есть сексуальные. Есть интересные.</a:t>
            </a:r>
          </a:p>
          <a:p>
            <a:r>
              <a:t>А есть незабываемые.</a:t>
            </a:r>
          </a:p>
          <a:p>
            <a:r>
              <a:t>И первое, что я хочу, чтобы вы поняли: незабываемая — это не обязательно самая красивая женщина в комнате.</a:t>
            </a:r>
          </a:p>
          <a:p>
            <a:r>
              <a:t>Не самая молодая. Не самая сексуальная.</a:t>
            </a:r>
          </a:p>
          <a:p>
            <a:r>
              <a:t>И даже не самая интересная в привычном понимании.</a:t>
            </a:r>
          </a:p>
          <a:p>
            <a:r>
              <a:t>Вы наверняка встречали женщин, которые вроде бы ничем невероятным не выделяются, но мужчины почему-то очень сильно на них западают.</a:t>
            </a:r>
          </a:p>
          <a:p>
            <a:r>
              <a:t>И наоборот: потрясающая женщина — красивая, умная, успешная — а отношения с мужчинами почему-то постоянно заканчиваются одним и тем же: сначала интерес, потом привыкание, потом охлаждение.</a:t>
            </a:r>
          </a:p>
          <a:p>
            <a:r>
              <a:t>Почему?</a:t>
            </a:r>
          </a:p>
          <a:p>
            <a:r>
              <a:t>Потому что «хорошая женщина» и «незабываемая женщина» — не одно и то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Мужчина запоминает не только вас</a:t>
            </a:r>
          </a:p>
          <a:p>
            <a:r>
              <a:t>Он запоминает себя рядом с вами.</a:t>
            </a:r>
          </a:p>
          <a:p>
            <a:r>
              <a:t>И это одна из главных мыслей всей программы.</a:t>
            </a:r>
          </a:p>
          <a:p>
            <a:r>
              <a:t>Через несколько лет мужчина может забыть, в каком платье вы пришли на свидание.</a:t>
            </a:r>
          </a:p>
          <a:p>
            <a:r>
              <a:t>Он может забыть ресторан. Он может даже забыть какие-то ваши слова.</a:t>
            </a:r>
          </a:p>
          <a:p>
            <a:r>
              <a:t>Но он гораздо дольше способен помнить: как ему было рядом с вами.</a:t>
            </a:r>
          </a:p>
          <a:p>
            <a:r>
              <a:t>Каким он себя чувствовал. Было ли ему легко? Интересно?</a:t>
            </a:r>
          </a:p>
          <a:p>
            <a:r>
              <a:t>Хотелось ли ему становиться сильнее? Чувствовал ли он себя мужчиной?</a:t>
            </a:r>
          </a:p>
          <a:p>
            <a:r>
              <a:t>Смеялся ли? Удивлялся? Восхищался?</a:t>
            </a:r>
          </a:p>
          <a:p>
            <a:r>
              <a:t>И поэтому наша задача — не научиться «правильно вести себя с мужчиной».</a:t>
            </a:r>
          </a:p>
          <a:p>
            <a:r>
              <a:t>Наша задача гораздо интереснее. Научиться оставлять следы.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возникает незабываемость</a:t>
            </a:r>
          </a:p>
          <a:p>
            <a:r>
              <a:t>Сразу же покажу вам нашу главную формулу незабываемости.</a:t>
            </a:r>
          </a:p>
          <a:p>
            <a:r>
              <a:t>ГРАНЬ → СОПРИКОСНОВЕНИЕ → СЛЕД → ПАМЯТЬ → НЕЗАБЫВАЕМОСТЬ</a:t>
            </a:r>
          </a:p>
          <a:p>
            <a:r>
              <a:t>У каждой женщины есть разные грани.</a:t>
            </a:r>
          </a:p>
          <a:p>
            <a:r>
              <a:t>И когда какая-то ваша грань соприкасается с мужчиной, она оставляет след.</a:t>
            </a:r>
          </a:p>
          <a:p>
            <a:r>
              <a:t>Например, вы умеете создавать невероятную лёгкость. Вы встретились — посмеялись, поговорили, разошлись.</a:t>
            </a:r>
          </a:p>
          <a:p>
            <a:r>
              <a:t>Встреча закончилась. А лёгкость осталась.</a:t>
            </a:r>
          </a:p>
          <a:p>
            <a:r>
              <a:t>Это след.</a:t>
            </a:r>
          </a:p>
          <a:p>
            <a:r>
              <a:t>Проходит несколько дней. Мужчина вспоминает вас — и вместе с вашим образом возвращается это ощущение.</a:t>
            </a:r>
          </a:p>
          <a:p>
            <a:r>
              <a:t>Так появляется память о вас. А когда таких следов становится много, появляется то, что я называю эффектом незабываемости.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грань — один след</a:t>
            </a:r>
          </a:p>
          <a:p>
            <a:r>
              <a:t>Например</a:t>
            </a:r>
          </a:p>
          <a:p>
            <a:r>
              <a:t>Лёгкость → след лёгкости, Вдохновение → след вдохновения</a:t>
            </a:r>
          </a:p>
          <a:p>
            <a:r>
              <a:t>Интеллект → интеллектуальный след, Индивидуальность → след уникальности</a:t>
            </a:r>
          </a:p>
          <a:p>
            <a:r>
              <a:t>Эстетика → эстетический след, Достоинство → след уважения</a:t>
            </a:r>
          </a:p>
          <a:p>
            <a:r>
              <a:t>Контраст → след новизны</a:t>
            </a:r>
          </a:p>
          <a:p>
            <a:r>
              <a:t>И вот теперь становится понятно, почему одной красоты недостаточно.</a:t>
            </a:r>
          </a:p>
          <a:p>
            <a:r>
              <a:t>Красота тоже способна оставить след. Но это один след.</a:t>
            </a:r>
          </a:p>
          <a:p>
            <a:r>
              <a:t>А теперь представьте женщину, после которой мужчина одновременно уносит:</a:t>
            </a:r>
          </a:p>
          <a:p>
            <a:r>
              <a:t>восхищение, интерес, лёгкость, уважение, любопытство, вдохновение, тепло,</a:t>
            </a:r>
          </a:p>
          <a:p>
            <a:r>
              <a:t>яркое воспоминание.</a:t>
            </a:r>
          </a:p>
          <a:p>
            <a:r>
              <a:t>Это уже совершенно другой объём впечатления.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Закон многогранности</a:t>
            </a:r>
          </a:p>
          <a:p>
            <a:r>
              <a:t>Чем больше раскрытых граней — тем объёмнее образ женщины.</a:t>
            </a:r>
          </a:p>
          <a:p>
            <a:r>
              <a:t>И это второй важнейший принцип нашей программы.</a:t>
            </a:r>
          </a:p>
          <a:p>
            <a:r>
              <a:t>Незабываемость редко создаётся одной суперспособностью.</a:t>
            </a:r>
          </a:p>
          <a:p>
            <a:r>
              <a:t>Она создаётся комбинацией. Потому что если женщина только красивая — мужчина достаточно быстро привыкает к красоте.</a:t>
            </a:r>
          </a:p>
          <a:p>
            <a:r>
              <a:t>Если она только лёгкая — прекрасно, но этого может быть мало. Только умная — тоже одна грань.</a:t>
            </a:r>
          </a:p>
          <a:p>
            <a:r>
              <a:t>А теперь представьте: она лёгкая, но глубокая. Нежная, но с характером.</a:t>
            </a:r>
          </a:p>
          <a:p>
            <a:r>
              <a:t>Женственная, но со своим миром. Спокойная, но иногда совершенно неожиданная.</a:t>
            </a:r>
          </a:p>
          <a:p>
            <a:r>
              <a:t>С ней можно смеяться — и через двадцать минут разговаривать о вещах, о которых мужчина почти ни с кем не говорит.</a:t>
            </a:r>
          </a:p>
          <a:p>
            <a:r>
              <a:t>Вот такую женщину уже невозможно поместить в одну категорию.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355600"/>
            <a:ext cx="101600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ВАШ КРИСТАЛЛ НЕЗАБЫВАЕМОСТИ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1200" y="355600"/>
            <a:ext cx="8128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60" y="741680"/>
            <a:ext cx="1328928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751840"/>
            <a:ext cx="5486400" cy="680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60" y="1137920"/>
            <a:ext cx="8636000" cy="15280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5616"/>
              </a:lnSpc>
              <a:spcBef>
                <a:spcPts val="0"/>
              </a:spcBef>
              <a:spcAft>
                <a:spcPts val="0"/>
              </a:spcAft>
              <a:defRPr sz="4320">
                <a:solidFill>
                  <a:srgbClr val="F4EDE2"/>
                </a:solidFill>
                <a:latin typeface="Noto Serif"/>
              </a:defRPr>
            </a:pPr>
            <a:r>
              <a:t>«Ваш Кристалл</a:t>
            </a:r>
          </a:p>
          <a:p>
            <a:pPr>
              <a:lnSpc>
                <a:spcPts val="5616"/>
              </a:lnSpc>
              <a:spcBef>
                <a:spcPts val="0"/>
              </a:spcBef>
              <a:spcAft>
                <a:spcPts val="0"/>
              </a:spcAft>
              <a:defRPr sz="4320">
                <a:solidFill>
                  <a:srgbClr val="F4EDE2"/>
                </a:solidFill>
                <a:latin typeface="Noto Serif"/>
              </a:defRPr>
            </a:pPr>
            <a:r>
              <a:t>незабываемости»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2865120"/>
            <a:ext cx="8128000" cy="894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Почему одних женщин забывают,</a:t>
            </a:r>
          </a:p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а других — нет?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4175760"/>
            <a:ext cx="8331200" cy="6959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defRPr sz="3600">
                <a:solidFill>
                  <a:srgbClr val="C9AD80"/>
                </a:solidFill>
                <a:latin typeface="Noto Serif"/>
              </a:defRPr>
            </a:pPr>
            <a:r>
              <a:t>А есть незабываемые.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5120640"/>
            <a:ext cx="568960" cy="20320"/>
          </a:xfrm>
          <a:prstGeom prst="rect">
            <a:avLst/>
          </a:prstGeom>
          <a:solidFill>
            <a:srgbClr val="C9A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5567680"/>
            <a:ext cx="8331200" cy="129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«хорошая женщина»</a:t>
            </a:r>
          </a:p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и «незабываемая женщина» —</a:t>
            </a:r>
          </a:p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не одно и то же.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7752080"/>
            <a:ext cx="9144000" cy="260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defRPr sz="960">
                <a:solidFill>
                  <a:srgbClr val="C9AD80"/>
                </a:solidFill>
                <a:latin typeface="Noto Sans"/>
              </a:defRPr>
            </a:pPr>
            <a:r>
              <a:t>ВВОДНЫЙ БЛОК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355600"/>
            <a:ext cx="101600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ВАШ КРИСТАЛЛ НЕЗАБЫВАЕМОСТИ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1200" y="355600"/>
            <a:ext cx="8128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60" y="741680"/>
            <a:ext cx="1328928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0400" y="751840"/>
            <a:ext cx="5080000" cy="680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60" y="1178560"/>
            <a:ext cx="8636000" cy="1263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576"/>
              </a:lnSpc>
              <a:spcBef>
                <a:spcPts val="0"/>
              </a:spcBef>
              <a:spcAft>
                <a:spcPts val="0"/>
              </a:spcAft>
              <a:defRPr sz="3520">
                <a:solidFill>
                  <a:srgbClr val="F4EDE2"/>
                </a:solidFill>
                <a:latin typeface="Noto Serif"/>
              </a:defRPr>
            </a:pPr>
            <a:r>
              <a:t>Мужчина запоминает</a:t>
            </a:r>
          </a:p>
          <a:p>
            <a:pPr>
              <a:lnSpc>
                <a:spcPts val="4576"/>
              </a:lnSpc>
              <a:spcBef>
                <a:spcPts val="0"/>
              </a:spcBef>
              <a:spcAft>
                <a:spcPts val="0"/>
              </a:spcAft>
              <a:defRPr sz="3520">
                <a:solidFill>
                  <a:srgbClr val="F4EDE2"/>
                </a:solidFill>
                <a:latin typeface="Noto Serif"/>
              </a:defRPr>
            </a:pPr>
            <a:r>
              <a:t>не только вас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2966720"/>
            <a:ext cx="8636000" cy="16337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32"/>
              </a:lnSpc>
              <a:spcBef>
                <a:spcPts val="0"/>
              </a:spcBef>
              <a:spcAft>
                <a:spcPts val="0"/>
              </a:spcAft>
              <a:defRPr sz="4640">
                <a:solidFill>
                  <a:srgbClr val="C9AD80"/>
                </a:solidFill>
                <a:latin typeface="Noto Serif"/>
              </a:defRPr>
            </a:pPr>
            <a:r>
              <a:t>Он запоминает себя</a:t>
            </a:r>
          </a:p>
          <a:p>
            <a:pPr>
              <a:lnSpc>
                <a:spcPts val="6032"/>
              </a:lnSpc>
              <a:spcBef>
                <a:spcPts val="0"/>
              </a:spcBef>
              <a:spcAft>
                <a:spcPts val="0"/>
              </a:spcAft>
              <a:defRPr sz="4640">
                <a:solidFill>
                  <a:srgbClr val="C9AD80"/>
                </a:solidFill>
                <a:latin typeface="Noto Serif"/>
              </a:defRPr>
            </a:pPr>
            <a:r>
              <a:t>рядом с вами.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5019040"/>
            <a:ext cx="863600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F4EDE2"/>
                </a:solidFill>
                <a:latin typeface="Noto Sans"/>
              </a:defRPr>
            </a:pPr>
            <a:r>
              <a:t>как ему было рядом с вами.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5791200"/>
            <a:ext cx="7924799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6258560"/>
            <a:ext cx="8636000" cy="5242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28"/>
              </a:lnSpc>
              <a:spcBef>
                <a:spcPts val="0"/>
              </a:spcBef>
              <a:spcAft>
                <a:spcPts val="0"/>
              </a:spcAft>
              <a:defRPr sz="2560">
                <a:solidFill>
                  <a:srgbClr val="F4EDE2"/>
                </a:solidFill>
                <a:latin typeface="Noto Sans"/>
              </a:defRPr>
            </a:pPr>
            <a:r>
              <a:t>Научиться оставлять следы.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7752080"/>
            <a:ext cx="9144000" cy="260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defRPr sz="960">
                <a:solidFill>
                  <a:srgbClr val="C9AD80"/>
                </a:solidFill>
                <a:latin typeface="Noto Sans"/>
              </a:defRPr>
            </a:pPr>
            <a:r>
              <a:t>ВВОДНЫЙ БЛОК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355600"/>
            <a:ext cx="101600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ВАШ КРИСТАЛЛ НЕЗАБЫВАЕМОСТИ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1200" y="355600"/>
            <a:ext cx="8128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60" y="741680"/>
            <a:ext cx="1328928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400" y="751840"/>
            <a:ext cx="4064000" cy="680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60" y="1117600"/>
            <a:ext cx="10160000" cy="1290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defRPr sz="3600">
                <a:solidFill>
                  <a:srgbClr val="F4EDE2"/>
                </a:solidFill>
                <a:latin typeface="Noto Serif"/>
              </a:defRPr>
            </a:pPr>
            <a:r>
              <a:t>Как возникает</a:t>
            </a:r>
          </a:p>
          <a:p>
            <a:pPr>
              <a:lnSpc>
                <a:spcPts val="4680"/>
              </a:lnSpc>
              <a:spcBef>
                <a:spcPts val="0"/>
              </a:spcBef>
              <a:spcAft>
                <a:spcPts val="0"/>
              </a:spcAft>
              <a:defRPr sz="3600">
                <a:solidFill>
                  <a:srgbClr val="F4EDE2"/>
                </a:solidFill>
                <a:latin typeface="Noto Serif"/>
              </a:defRPr>
            </a:pPr>
            <a:r>
              <a:t>незабываемость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119120"/>
            <a:ext cx="10160000" cy="5374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32"/>
              </a:lnSpc>
              <a:spcBef>
                <a:spcPts val="0"/>
              </a:spcBef>
              <a:spcAft>
                <a:spcPts val="0"/>
              </a:spcAft>
              <a:defRPr sz="2640">
                <a:solidFill>
                  <a:srgbClr val="C9AD80"/>
                </a:solidFill>
                <a:latin typeface="Noto Sans"/>
              </a:defRPr>
            </a:pPr>
            <a:r>
              <a:t>ГРАНЬ → СОПРИКОСНОВЕНИЕ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708400"/>
            <a:ext cx="10160000" cy="497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defRPr sz="2400">
                <a:solidFill>
                  <a:srgbClr val="C9AD80"/>
                </a:solidFill>
                <a:latin typeface="Noto Sans"/>
              </a:defRPr>
            </a:pPr>
            <a:r>
              <a:t>→ СЛЕД → ПАМЯТЬ → НЕЗАБЫВАЕМОСТЬ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474472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5283200"/>
            <a:ext cx="9855200" cy="1052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44"/>
              </a:lnSpc>
              <a:spcBef>
                <a:spcPts val="0"/>
              </a:spcBef>
              <a:spcAft>
                <a:spcPts val="0"/>
              </a:spcAft>
              <a:defRPr sz="2880">
                <a:solidFill>
                  <a:srgbClr val="F4EDE2"/>
                </a:solidFill>
                <a:latin typeface="Noto Serif"/>
              </a:defRPr>
            </a:pPr>
            <a:r>
              <a:t>Встреча закончилась.</a:t>
            </a:r>
          </a:p>
          <a:p>
            <a:pPr>
              <a:lnSpc>
                <a:spcPts val="3744"/>
              </a:lnSpc>
              <a:spcBef>
                <a:spcPts val="0"/>
              </a:spcBef>
              <a:spcAft>
                <a:spcPts val="0"/>
              </a:spcAft>
              <a:defRPr sz="2880">
                <a:solidFill>
                  <a:srgbClr val="F4EDE2"/>
                </a:solidFill>
                <a:latin typeface="Noto Serif"/>
              </a:defRPr>
            </a:pPr>
            <a:r>
              <a:t>А лёгкость осталась.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6553200"/>
            <a:ext cx="8128000" cy="471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2"/>
              </a:lnSpc>
              <a:spcBef>
                <a:spcPts val="0"/>
              </a:spcBef>
              <a:spcAft>
                <a:spcPts val="0"/>
              </a:spcAft>
              <a:defRPr sz="2240">
                <a:solidFill>
                  <a:srgbClr val="C9AD80"/>
                </a:solidFill>
                <a:latin typeface="Noto Sans"/>
              </a:defRPr>
            </a:pPr>
            <a:r>
              <a:t>Это след.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7752080"/>
            <a:ext cx="9144000" cy="260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defRPr sz="960">
                <a:solidFill>
                  <a:srgbClr val="C9AD80"/>
                </a:solidFill>
                <a:latin typeface="Noto Sans"/>
              </a:defRPr>
            </a:pPr>
            <a:r>
              <a:t>ВВОДНЫЙ БЛОК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355600"/>
            <a:ext cx="101600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ВАШ КРИСТАЛЛ НЕЗАБЫВАЕМОСТИ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1200" y="355600"/>
            <a:ext cx="8128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60" y="741680"/>
            <a:ext cx="1328928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0560" y="1097280"/>
            <a:ext cx="13208000" cy="709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784"/>
              </a:lnSpc>
              <a:spcBef>
                <a:spcPts val="0"/>
              </a:spcBef>
              <a:spcAft>
                <a:spcPts val="0"/>
              </a:spcAft>
              <a:defRPr sz="3680">
                <a:solidFill>
                  <a:srgbClr val="F4EDE2"/>
                </a:solidFill>
                <a:latin typeface="Noto Serif"/>
              </a:defRPr>
            </a:pPr>
            <a:r>
              <a:t>Одна грань — один след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22504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Лёгкость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51680" y="222504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81600" y="222504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след лёгкости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271272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286512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Вдохновение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680" y="286512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1600" y="286512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след вдохновения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0560" y="335280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560" y="350520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Интеллект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1680" y="350520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1600" y="350520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интеллектуальный след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0560" y="3992879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560" y="414528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Индивидуальность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1680" y="414528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1600" y="414528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след уникальности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0560" y="463296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0560" y="478536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Эстетика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1680" y="478536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1600" y="478536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эстетический след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0560" y="527304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" y="542544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Достоинство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1680" y="542544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81600" y="542544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след уважения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0560" y="591312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0560" y="6065520"/>
            <a:ext cx="42672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Контраст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1680" y="6065520"/>
            <a:ext cx="609600" cy="4582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08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C9AD80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81600" y="6065520"/>
            <a:ext cx="4775200" cy="431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C9BAB8"/>
                </a:solidFill>
                <a:latin typeface="Noto Sans"/>
              </a:defRPr>
            </a:pPr>
            <a:r>
              <a:t>след новизны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0560" y="6553200"/>
            <a:ext cx="90932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rop3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2400" y="2143760"/>
            <a:ext cx="3647440" cy="375919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312400" y="6146800"/>
            <a:ext cx="3860800" cy="10129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92"/>
              </a:lnSpc>
              <a:spcBef>
                <a:spcPts val="0"/>
              </a:spcBef>
              <a:spcAft>
                <a:spcPts val="0"/>
              </a:spcAft>
              <a:defRPr sz="1840">
                <a:solidFill>
                  <a:srgbClr val="C9AD80"/>
                </a:solidFill>
                <a:latin typeface="Noto Serif"/>
              </a:defRPr>
            </a:pPr>
            <a:r>
              <a:t>Красота тоже способна</a:t>
            </a:r>
          </a:p>
          <a:p>
            <a:pPr>
              <a:lnSpc>
                <a:spcPts val="2392"/>
              </a:lnSpc>
              <a:spcBef>
                <a:spcPts val="0"/>
              </a:spcBef>
              <a:spcAft>
                <a:spcPts val="0"/>
              </a:spcAft>
              <a:defRPr sz="1840">
                <a:solidFill>
                  <a:srgbClr val="C9AD80"/>
                </a:solidFill>
                <a:latin typeface="Noto Serif"/>
              </a:defRPr>
            </a:pPr>
            <a:r>
              <a:t>оставить след.</a:t>
            </a:r>
          </a:p>
          <a:p>
            <a:pPr>
              <a:lnSpc>
                <a:spcPts val="2392"/>
              </a:lnSpc>
              <a:spcBef>
                <a:spcPts val="0"/>
              </a:spcBef>
              <a:spcAft>
                <a:spcPts val="0"/>
              </a:spcAft>
              <a:defRPr sz="1840">
                <a:solidFill>
                  <a:srgbClr val="C9AD80"/>
                </a:solidFill>
                <a:latin typeface="Noto Serif"/>
              </a:defRPr>
            </a:pPr>
            <a:r>
              <a:t>Но это один след.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560" y="7752080"/>
            <a:ext cx="9144000" cy="260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defRPr sz="960">
                <a:solidFill>
                  <a:srgbClr val="C9AD80"/>
                </a:solidFill>
                <a:latin typeface="Noto Sans"/>
              </a:defRPr>
            </a:pPr>
            <a:r>
              <a:t>ВВОДНЫЙ БЛОК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1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0560" y="355600"/>
            <a:ext cx="101600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ВАШ КРИСТАЛЛ НЕЗАБЫВАЕМОСТИ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1200" y="355600"/>
            <a:ext cx="812800" cy="2865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6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C9AD80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560" y="741680"/>
            <a:ext cx="1328928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op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4800" y="751840"/>
            <a:ext cx="4165600" cy="680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0560" y="1117600"/>
            <a:ext cx="10160000" cy="709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784"/>
              </a:lnSpc>
              <a:spcBef>
                <a:spcPts val="0"/>
              </a:spcBef>
              <a:spcAft>
                <a:spcPts val="0"/>
              </a:spcAft>
              <a:defRPr sz="3680">
                <a:solidFill>
                  <a:srgbClr val="F4EDE2"/>
                </a:solidFill>
                <a:latin typeface="Noto Serif"/>
              </a:defRPr>
            </a:pPr>
            <a:r>
              <a:t>Закон многогранности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2265680"/>
            <a:ext cx="9753600" cy="1078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848"/>
              </a:lnSpc>
              <a:spcBef>
                <a:spcPts val="0"/>
              </a:spcBef>
              <a:spcAft>
                <a:spcPts val="0"/>
              </a:spcAft>
              <a:defRPr sz="2960">
                <a:solidFill>
                  <a:srgbClr val="C9AD80"/>
                </a:solidFill>
                <a:latin typeface="Noto Serif"/>
              </a:defRPr>
            </a:pPr>
            <a:r>
              <a:t>Чем больше раскрытых граней —</a:t>
            </a:r>
          </a:p>
          <a:p>
            <a:pPr>
              <a:lnSpc>
                <a:spcPts val="3848"/>
              </a:lnSpc>
              <a:spcBef>
                <a:spcPts val="0"/>
              </a:spcBef>
              <a:spcAft>
                <a:spcPts val="0"/>
              </a:spcAft>
              <a:defRPr sz="2960">
                <a:solidFill>
                  <a:srgbClr val="C9AD80"/>
                </a:solidFill>
                <a:latin typeface="Noto Serif"/>
              </a:defRPr>
            </a:pPr>
            <a:r>
              <a:t>тем объёмнее образ женщины.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738879"/>
            <a:ext cx="9347200" cy="484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16"/>
              </a:lnSpc>
              <a:spcBef>
                <a:spcPts val="0"/>
              </a:spcBef>
              <a:spcAft>
                <a:spcPts val="0"/>
              </a:spcAft>
              <a:defRPr sz="2320">
                <a:solidFill>
                  <a:srgbClr val="F4EDE2"/>
                </a:solidFill>
                <a:latin typeface="Noto Sans"/>
              </a:defRPr>
            </a:pPr>
            <a:r>
              <a:t>Она создаётся комбинацией.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560" y="4409440"/>
            <a:ext cx="9042400" cy="10160"/>
          </a:xfrm>
          <a:prstGeom prst="rect">
            <a:avLst/>
          </a:prstGeom>
          <a:solidFill>
            <a:srgbClr val="41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560" y="4856480"/>
            <a:ext cx="9753600" cy="1912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она лёгкая, но глубокая.</a:t>
            </a:r>
          </a:p>
          <a:p>
            <a:pPr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Нежная, но с характером.</a:t>
            </a:r>
          </a:p>
          <a:p>
            <a:pPr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Женственная, но со своим миром.</a:t>
            </a:r>
          </a:p>
          <a:p>
            <a:pPr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defRPr sz="2160">
                <a:solidFill>
                  <a:srgbClr val="F4EDE2"/>
                </a:solidFill>
                <a:latin typeface="Noto Sans"/>
              </a:defRPr>
            </a:pPr>
            <a:r>
              <a:t>Спокойная, но иногда совершенно неожиданная.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7752080"/>
            <a:ext cx="9144000" cy="2600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48"/>
              </a:lnSpc>
              <a:spcBef>
                <a:spcPts val="0"/>
              </a:spcBef>
              <a:spcAft>
                <a:spcPts val="0"/>
              </a:spcAft>
              <a:defRPr sz="960">
                <a:solidFill>
                  <a:srgbClr val="C9AD80"/>
                </a:solidFill>
                <a:latin typeface="Noto Sans"/>
              </a:defRPr>
            </a:pPr>
            <a:r>
              <a:t>ВВОДНЫЙ БЛОК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